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4" r:id="rId2"/>
    <p:sldId id="256" r:id="rId3"/>
    <p:sldId id="267" r:id="rId4"/>
    <p:sldId id="266" r:id="rId5"/>
    <p:sldId id="268" r:id="rId6"/>
    <p:sldId id="269" r:id="rId7"/>
    <p:sldId id="261" r:id="rId8"/>
    <p:sldId id="262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A1DE6"/>
    <a:srgbClr val="563402"/>
    <a:srgbClr val="CC9900"/>
    <a:srgbClr val="FFFF66"/>
    <a:srgbClr val="FF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00" d="100"/>
          <a:sy n="100" d="100"/>
        </p:scale>
        <p:origin x="87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E3DF4F-6BB0-6D1E-D167-747CDC3FAD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540A601-2FA0-4B1A-6F54-D0DCA3EE687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71E37C-C594-AB77-6959-24930269A6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ECCEE4-E404-41DF-89A3-E64313283A40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BB7F16-3DDA-35DA-C4BA-27435F3E8F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755D2C-807C-7008-B37C-69E56DDC7A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28E596-7040-4527-BFD0-9AF097C69E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45264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5997E3-C8FE-52FE-8857-83DEE5DB1E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B54D41-C03C-C4F3-8703-EBD3E3EA06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902F29-65FB-29A8-DF28-B55A077911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ECCEE4-E404-41DF-89A3-E64313283A40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B00EE8-8118-2C3C-9A07-B8D0C303C5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C384E9-BBA4-3FF7-B9CE-33915CFD8E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28E596-7040-4527-BFD0-9AF097C69E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76895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DABB9E-DC0D-C47E-5A59-16825D8CEA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1DA8E8D-C56A-8BD8-8C1F-334627B164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6DD801-5F91-CC3D-2A2E-9EC9322C99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ECCEE4-E404-41DF-89A3-E64313283A40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608660-3D73-93B1-00F5-E6C84E8852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14A03EE-6D42-2448-A0B1-2C627AEB80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28E596-7040-4527-BFD0-9AF097C69E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71792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083DE7-F0CE-0E32-6CF8-DF5D42F657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D28862-5B23-2D83-A08A-BE770B8BA26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3D42A5D-675E-C2A3-A549-E39F73A1B3E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ECC23ED-9A37-5046-26EE-D53A39956A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ECCEE4-E404-41DF-89A3-E64313283A40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8623A17-39F9-92EF-0FC1-42ECDEEDDC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3875B1D-9F79-A9DA-510A-8078A8C920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28E596-7040-4527-BFD0-9AF097C69E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777627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495755-F60E-A974-27D7-FEE3EF9993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3A56310-3F0E-6E83-9BD5-4BE7B4CB2F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4ECC696-B031-D29A-09B1-62E500C7EED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DD59DA6-CD4D-590D-D77B-19531D26B5D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B93A2A1-646D-D4A4-32C1-E86B1D9620C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5128269-6EF3-52AE-0051-690C9AA2E0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ECCEE4-E404-41DF-89A3-E64313283A40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3A5DBBE-0D10-8250-DA68-8FC276F687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8069D34-8C81-A8BD-9EA2-7C9E20FD52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28E596-7040-4527-BFD0-9AF097C69E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20167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A62679-2FE5-0FA8-C9CF-7EEC915E70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726A946-E500-6C8F-D788-EB85F1F93B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ECCEE4-E404-41DF-89A3-E64313283A40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908CBAC-41D7-3AD7-D675-18C321B7FD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9A1DC3E-EAD7-4328-3C10-3FBAE6E0EB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28E596-7040-4527-BFD0-9AF097C69E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24985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E6118AE-A5AA-537F-25DA-723F3BF882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ECCEE4-E404-41DF-89A3-E64313283A40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57EA35E-2C99-CBF8-84D4-836E248534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98AC31-F140-12A6-7FD4-EF40FC4F06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28E596-7040-4527-BFD0-9AF097C69E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46115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D494DD-56F4-C633-C9A6-710538216D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F5F252-4376-EF00-1D4B-EEF65B5724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A92875F-38A2-03D1-A9C4-2B0788A6B7C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BF1C67B-B951-729D-56AA-8F91C5256E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ECCEE4-E404-41DF-89A3-E64313283A40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4CB23F0-00F9-9137-4F11-A69D7783A8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3EBFBA3-B584-2395-5D87-19C35D40B7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28E596-7040-4527-BFD0-9AF097C69E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17885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6CF238-A1DA-2A50-8CF0-61E983233E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4BC4334-38DB-56ED-D763-484D1DE22F4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AA8685C-665A-B074-CFBE-537CD198C0A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0387FDE-11D6-BB68-21FE-865BEC4534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ECCEE4-E404-41DF-89A3-E64313283A40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5978E3C-65A3-6937-06C1-86F8885D6A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6D3AAC3-8C9E-5CA6-4FEC-FCE4C59F22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28E596-7040-4527-BFD0-9AF097C69E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29589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74680F-B5A2-E143-FC4F-35EDAA9A3D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64F2A85-E216-CE1F-2AC5-77DAFF7A8E9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3135AB-B970-49B9-A855-7EDC6CBD9C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ECCEE4-E404-41DF-89A3-E64313283A40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FCC98E-7661-A486-FF38-A31E59E46F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491E5D-A4FA-41DE-A884-FBE0BFCCD0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28E596-7040-4527-BFD0-9AF097C69E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18740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164E4FF-4AE8-CA21-D58A-38B75919825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BE453A9-230C-7ABC-F381-5C09221A71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EB314C9-AB95-EEA0-3D02-2C27FDAE9A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ECCEE4-E404-41DF-89A3-E64313283A40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5F861EE-A2ED-3E30-20BF-E0B7F8F764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B1F4D0-E5DB-8B71-F633-0B8D8C0625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28E596-7040-4527-BFD0-9AF097C69E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8087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BE17BF2-D980-DFBE-5F81-957555F980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997E263-FEB3-15FC-C094-8D79CFA62E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6EB32B-C675-D0C9-2889-A5D1CFB03ED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AECCEE4-E404-41DF-89A3-E64313283A40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A05245-AC03-F559-778F-81DE26C891E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1ACABB-F03F-491D-B0C7-E679C9E3AB3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F28E596-7040-4527-BFD0-9AF097C69E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89819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svg"/><Relationship Id="rId3" Type="http://schemas.openxmlformats.org/officeDocument/2006/relationships/image" Target="../media/image6.svg"/><Relationship Id="rId7" Type="http://schemas.openxmlformats.org/officeDocument/2006/relationships/image" Target="../media/image10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svg"/><Relationship Id="rId11" Type="http://schemas.openxmlformats.org/officeDocument/2006/relationships/image" Target="../media/image14.svg"/><Relationship Id="rId5" Type="http://schemas.openxmlformats.org/officeDocument/2006/relationships/image" Target="../media/image8.svg"/><Relationship Id="rId10" Type="http://schemas.openxmlformats.org/officeDocument/2006/relationships/image" Target="../media/image13.svg"/><Relationship Id="rId4" Type="http://schemas.openxmlformats.org/officeDocument/2006/relationships/image" Target="../media/image7.svg"/><Relationship Id="rId9" Type="http://schemas.openxmlformats.org/officeDocument/2006/relationships/image" Target="../media/image12.sv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svg"/><Relationship Id="rId3" Type="http://schemas.openxmlformats.org/officeDocument/2006/relationships/image" Target="../media/image6.svg"/><Relationship Id="rId7" Type="http://schemas.openxmlformats.org/officeDocument/2006/relationships/image" Target="../media/image10.sv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svg"/><Relationship Id="rId11" Type="http://schemas.openxmlformats.org/officeDocument/2006/relationships/image" Target="../media/image14.svg"/><Relationship Id="rId5" Type="http://schemas.openxmlformats.org/officeDocument/2006/relationships/image" Target="../media/image8.svg"/><Relationship Id="rId10" Type="http://schemas.openxmlformats.org/officeDocument/2006/relationships/image" Target="../media/image13.svg"/><Relationship Id="rId4" Type="http://schemas.openxmlformats.org/officeDocument/2006/relationships/image" Target="../media/image7.svg"/><Relationship Id="rId9" Type="http://schemas.openxmlformats.org/officeDocument/2006/relationships/image" Target="../media/image12.sv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svg"/><Relationship Id="rId3" Type="http://schemas.openxmlformats.org/officeDocument/2006/relationships/image" Target="../media/image16.svg"/><Relationship Id="rId7" Type="http://schemas.openxmlformats.org/officeDocument/2006/relationships/image" Target="../media/image20.svg"/><Relationship Id="rId12" Type="http://schemas.openxmlformats.org/officeDocument/2006/relationships/image" Target="../media/image25.sv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svg"/><Relationship Id="rId11" Type="http://schemas.openxmlformats.org/officeDocument/2006/relationships/image" Target="../media/image24.svg"/><Relationship Id="rId5" Type="http://schemas.openxmlformats.org/officeDocument/2006/relationships/image" Target="../media/image18.svg"/><Relationship Id="rId10" Type="http://schemas.openxmlformats.org/officeDocument/2006/relationships/image" Target="../media/image23.svg"/><Relationship Id="rId4" Type="http://schemas.openxmlformats.org/officeDocument/2006/relationships/image" Target="../media/image17.svg"/><Relationship Id="rId9" Type="http://schemas.openxmlformats.org/officeDocument/2006/relationships/image" Target="../media/image22.sv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svg"/><Relationship Id="rId3" Type="http://schemas.openxmlformats.org/officeDocument/2006/relationships/image" Target="../media/image27.png"/><Relationship Id="rId7" Type="http://schemas.openxmlformats.org/officeDocument/2006/relationships/image" Target="../media/image28.svg"/><Relationship Id="rId12" Type="http://schemas.openxmlformats.org/officeDocument/2006/relationships/image" Target="../media/image32.sv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.svg"/><Relationship Id="rId11" Type="http://schemas.openxmlformats.org/officeDocument/2006/relationships/image" Target="../media/image31.svg"/><Relationship Id="rId5" Type="http://schemas.openxmlformats.org/officeDocument/2006/relationships/image" Target="../media/image9.svg"/><Relationship Id="rId10" Type="http://schemas.openxmlformats.org/officeDocument/2006/relationships/image" Target="../media/image30.svg"/><Relationship Id="rId4" Type="http://schemas.openxmlformats.org/officeDocument/2006/relationships/image" Target="../media/image8.svg"/><Relationship Id="rId9" Type="http://schemas.openxmlformats.org/officeDocument/2006/relationships/image" Target="../media/image29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DBBA81-8FD2-0B7B-26AF-0DBABA811A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2B8C65E8-994D-D09E-A1C0-9720E430310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1733" y="804496"/>
            <a:ext cx="7049484" cy="5249008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407E2A8A-FC9A-C275-50D3-F79A208DD983}"/>
              </a:ext>
            </a:extLst>
          </p:cNvPr>
          <p:cNvCxnSpPr>
            <a:cxnSpLocks/>
          </p:cNvCxnSpPr>
          <p:nvPr/>
        </p:nvCxnSpPr>
        <p:spPr>
          <a:xfrm>
            <a:off x="4314825" y="1162050"/>
            <a:ext cx="3543300" cy="0"/>
          </a:xfrm>
          <a:prstGeom prst="line">
            <a:avLst/>
          </a:prstGeom>
          <a:ln w="9525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BCCA907A-0918-3B99-40ED-9A115A0ED13F}"/>
              </a:ext>
            </a:extLst>
          </p:cNvPr>
          <p:cNvCxnSpPr>
            <a:cxnSpLocks/>
          </p:cNvCxnSpPr>
          <p:nvPr/>
        </p:nvCxnSpPr>
        <p:spPr>
          <a:xfrm>
            <a:off x="7858125" y="1162050"/>
            <a:ext cx="0" cy="4524375"/>
          </a:xfrm>
          <a:prstGeom prst="line">
            <a:avLst/>
          </a:prstGeom>
          <a:ln w="9525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C854AA11-79F1-605E-C19F-E0886EBEBED6}"/>
              </a:ext>
            </a:extLst>
          </p:cNvPr>
          <p:cNvSpPr/>
          <p:nvPr/>
        </p:nvSpPr>
        <p:spPr>
          <a:xfrm>
            <a:off x="3676650" y="5680048"/>
            <a:ext cx="628650" cy="37147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4E05676-7773-692C-23BE-CF512B93F71B}"/>
              </a:ext>
            </a:extLst>
          </p:cNvPr>
          <p:cNvSpPr/>
          <p:nvPr/>
        </p:nvSpPr>
        <p:spPr>
          <a:xfrm>
            <a:off x="7869225" y="5662610"/>
            <a:ext cx="828673" cy="37147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5364C0EC-77C3-CCF7-EB8C-8F48F796F691}"/>
              </a:ext>
            </a:extLst>
          </p:cNvPr>
          <p:cNvGrpSpPr/>
          <p:nvPr/>
        </p:nvGrpSpPr>
        <p:grpSpPr>
          <a:xfrm>
            <a:off x="3631468" y="714102"/>
            <a:ext cx="1629820" cy="719871"/>
            <a:chOff x="3762103" y="740229"/>
            <a:chExt cx="1629820" cy="719871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CDD443C6-A6DC-3D52-992A-869FC58F215F}"/>
                </a:ext>
              </a:extLst>
            </p:cNvPr>
            <p:cNvSpPr/>
            <p:nvPr/>
          </p:nvSpPr>
          <p:spPr>
            <a:xfrm>
              <a:off x="3781153" y="740229"/>
              <a:ext cx="1610770" cy="719871"/>
            </a:xfrm>
            <a:prstGeom prst="rect">
              <a:avLst/>
            </a:prstGeom>
            <a:solidFill>
              <a:schemeClr val="bg1"/>
            </a:solidFill>
            <a:ln w="952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7D67ADA9-5EBC-589C-D651-4FCAD126AA2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13765" t="30810" r="7541" b="37142"/>
            <a:stretch>
              <a:fillRect/>
            </a:stretch>
          </p:blipFill>
          <p:spPr>
            <a:xfrm>
              <a:off x="3762103" y="825137"/>
              <a:ext cx="1610771" cy="596100"/>
            </a:xfrm>
            <a:prstGeom prst="rect">
              <a:avLst/>
            </a:prstGeom>
          </p:spPr>
        </p:pic>
      </p:grpSp>
      <p:pic>
        <p:nvPicPr>
          <p:cNvPr id="16" name="Picture 15">
            <a:extLst>
              <a:ext uri="{FF2B5EF4-FFF2-40B4-BE49-F238E27FC236}">
                <a16:creationId xmlns:a16="http://schemas.microsoft.com/office/drawing/2014/main" id="{7B6644C9-2EA0-3D8C-2C86-3FC4BEE70AF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165" t="21692" r="32165" b="22600"/>
          <a:stretch>
            <a:fillRect/>
          </a:stretch>
        </p:blipFill>
        <p:spPr>
          <a:xfrm>
            <a:off x="7858125" y="1080399"/>
            <a:ext cx="1921979" cy="2235033"/>
          </a:xfrm>
          <a:prstGeom prst="rect">
            <a:avLst/>
          </a:prstGeom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A635074B-6948-CAB7-019F-2730E70FFDE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141" t="42785" r="38264" b="43174"/>
          <a:stretch>
            <a:fillRect/>
          </a:stretch>
        </p:blipFill>
        <p:spPr>
          <a:xfrm>
            <a:off x="7894594" y="3239598"/>
            <a:ext cx="1339538" cy="593546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C99E4CA3-DFCB-6C7F-031E-CC6DE8A3953F}"/>
              </a:ext>
            </a:extLst>
          </p:cNvPr>
          <p:cNvSpPr/>
          <p:nvPr/>
        </p:nvSpPr>
        <p:spPr>
          <a:xfrm>
            <a:off x="8177142" y="3542569"/>
            <a:ext cx="927432" cy="16084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3537951B-5B9C-00A0-ADF5-83C88B2918E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923" t="49614" r="41406" b="44886"/>
          <a:stretch>
            <a:fillRect/>
          </a:stretch>
        </p:blipFill>
        <p:spPr>
          <a:xfrm>
            <a:off x="8212341" y="3526667"/>
            <a:ext cx="662540" cy="2325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072372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24C2831-F414-94BA-31E7-62CDCAFC71F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69720" y="1398984"/>
            <a:ext cx="11816514" cy="3938838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37BEEC61-A021-B221-438C-39B11CC00509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064525" y="1559593"/>
            <a:ext cx="47767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A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9D6B0BF-E79B-551B-A87B-4BFFCD9EE65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997365" y="1561865"/>
            <a:ext cx="47767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B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E91E3A7-5CFB-C5BD-040F-B49A32A45398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930201" y="1564137"/>
            <a:ext cx="47767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C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8730940-257D-650F-95A5-11A753CB7509}"/>
              </a:ext>
            </a:extLst>
          </p:cNvPr>
          <p:cNvSpPr/>
          <p:nvPr/>
        </p:nvSpPr>
        <p:spPr>
          <a:xfrm>
            <a:off x="4359166" y="3290636"/>
            <a:ext cx="130069" cy="13836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1" name="Graphic 50" descr="Caterpillar with solid fill">
            <a:extLst>
              <a:ext uri="{FF2B5EF4-FFF2-40B4-BE49-F238E27FC236}">
                <a16:creationId xmlns:a16="http://schemas.microsoft.com/office/drawing/2014/main" id="{5F810E77-A180-FCA6-24FA-E06899288DE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261680" y="4165123"/>
            <a:ext cx="547638" cy="547638"/>
          </a:xfrm>
          <a:prstGeom prst="rect">
            <a:avLst/>
          </a:prstGeom>
        </p:spPr>
      </p:pic>
      <p:pic>
        <p:nvPicPr>
          <p:cNvPr id="52" name="Graphic 51" descr="Blueberry with solid fill">
            <a:extLst>
              <a:ext uri="{FF2B5EF4-FFF2-40B4-BE49-F238E27FC236}">
                <a16:creationId xmlns:a16="http://schemas.microsoft.com/office/drawing/2014/main" id="{94585A14-016C-ED73-B126-D0EC3E92DC3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798458" y="4223572"/>
            <a:ext cx="477672" cy="477672"/>
          </a:xfrm>
          <a:prstGeom prst="rect">
            <a:avLst/>
          </a:prstGeom>
        </p:spPr>
      </p:pic>
      <p:pic>
        <p:nvPicPr>
          <p:cNvPr id="53" name="Graphic 52" descr="Thermometer with solid fill">
            <a:extLst>
              <a:ext uri="{FF2B5EF4-FFF2-40B4-BE49-F238E27FC236}">
                <a16:creationId xmlns:a16="http://schemas.microsoft.com/office/drawing/2014/main" id="{FC7ADC1C-7C9F-1BA8-830F-77FD209EF84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30320" y="4164817"/>
            <a:ext cx="461665" cy="461665"/>
          </a:xfrm>
          <a:prstGeom prst="rect">
            <a:avLst/>
          </a:prstGeom>
        </p:spPr>
      </p:pic>
      <p:pic>
        <p:nvPicPr>
          <p:cNvPr id="54" name="Graphic 53" descr="Thermometer with solid fill">
            <a:extLst>
              <a:ext uri="{FF2B5EF4-FFF2-40B4-BE49-F238E27FC236}">
                <a16:creationId xmlns:a16="http://schemas.microsoft.com/office/drawing/2014/main" id="{D0FB7E86-5ED5-2B90-2E5C-3D8F1C00D49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296370" y="4187422"/>
            <a:ext cx="461665" cy="461665"/>
          </a:xfrm>
          <a:prstGeom prst="rect">
            <a:avLst/>
          </a:prstGeom>
        </p:spPr>
      </p:pic>
      <p:pic>
        <p:nvPicPr>
          <p:cNvPr id="55" name="Graphic 54" descr="Snowflake with solid fill">
            <a:extLst>
              <a:ext uri="{FF2B5EF4-FFF2-40B4-BE49-F238E27FC236}">
                <a16:creationId xmlns:a16="http://schemas.microsoft.com/office/drawing/2014/main" id="{3B7CFB50-5BAF-E551-3CE7-43EA9A20AEB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156555" y="4027490"/>
            <a:ext cx="518987" cy="518987"/>
          </a:xfrm>
          <a:prstGeom prst="rect">
            <a:avLst/>
          </a:prstGeom>
        </p:spPr>
      </p:pic>
      <p:pic>
        <p:nvPicPr>
          <p:cNvPr id="56" name="Graphic 55" descr="Fire with solid fill">
            <a:extLst>
              <a:ext uri="{FF2B5EF4-FFF2-40B4-BE49-F238E27FC236}">
                <a16:creationId xmlns:a16="http://schemas.microsoft.com/office/drawing/2014/main" id="{92E22670-EA35-109B-9DB3-CD27B0D0591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527203" y="4003428"/>
            <a:ext cx="461665" cy="461665"/>
          </a:xfrm>
          <a:prstGeom prst="rect">
            <a:avLst/>
          </a:prstGeom>
        </p:spPr>
      </p:pic>
      <p:pic>
        <p:nvPicPr>
          <p:cNvPr id="57" name="Graphic 56" descr="Forest scene with solid fill">
            <a:extLst>
              <a:ext uri="{FF2B5EF4-FFF2-40B4-BE49-F238E27FC236}">
                <a16:creationId xmlns:a16="http://schemas.microsoft.com/office/drawing/2014/main" id="{816F0776-BB44-38F3-DA2D-7FCAFDC7E8C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216505" y="3998828"/>
            <a:ext cx="692975" cy="692975"/>
          </a:xfrm>
          <a:prstGeom prst="rect">
            <a:avLst/>
          </a:prstGeom>
        </p:spPr>
      </p:pic>
      <p:pic>
        <p:nvPicPr>
          <p:cNvPr id="58" name="Graphic 57" descr="Forest scene with solid fill">
            <a:extLst>
              <a:ext uri="{FF2B5EF4-FFF2-40B4-BE49-F238E27FC236}">
                <a16:creationId xmlns:a16="http://schemas.microsoft.com/office/drawing/2014/main" id="{4FD0F885-10E6-494E-3EFB-BBF7F554F02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934844" y="4337050"/>
            <a:ext cx="345643" cy="345643"/>
          </a:xfrm>
          <a:prstGeom prst="rect">
            <a:avLst/>
          </a:prstGeom>
        </p:spPr>
      </p:pic>
      <p:pic>
        <p:nvPicPr>
          <p:cNvPr id="59" name="Graphic 58" descr="Crops with solid fill">
            <a:extLst>
              <a:ext uri="{FF2B5EF4-FFF2-40B4-BE49-F238E27FC236}">
                <a16:creationId xmlns:a16="http://schemas.microsoft.com/office/drawing/2014/main" id="{C3E0F115-6874-8A59-8AEB-75D67AD912A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255252" y="4330700"/>
            <a:ext cx="347468" cy="347468"/>
          </a:xfrm>
          <a:prstGeom prst="rect">
            <a:avLst/>
          </a:prstGeom>
        </p:spPr>
      </p:pic>
      <p:pic>
        <p:nvPicPr>
          <p:cNvPr id="60" name="Graphic 59" descr="City with solid fill">
            <a:extLst>
              <a:ext uri="{FF2B5EF4-FFF2-40B4-BE49-F238E27FC236}">
                <a16:creationId xmlns:a16="http://schemas.microsoft.com/office/drawing/2014/main" id="{39111131-77EA-7B32-46E2-6CAFE190A3E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924636" y="4083075"/>
            <a:ext cx="347468" cy="347468"/>
          </a:xfrm>
          <a:prstGeom prst="rect">
            <a:avLst/>
          </a:prstGeom>
        </p:spPr>
      </p:pic>
      <p:pic>
        <p:nvPicPr>
          <p:cNvPr id="61" name="Graphic 60" descr="Rainforest with solid fill">
            <a:extLst>
              <a:ext uri="{FF2B5EF4-FFF2-40B4-BE49-F238E27FC236}">
                <a16:creationId xmlns:a16="http://schemas.microsoft.com/office/drawing/2014/main" id="{DE5DDEF7-A700-B3F8-5112-447FE5B3EF9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5272104" y="4094585"/>
            <a:ext cx="301064" cy="301064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114E72C-64DC-DFBB-78E4-6F5EE401CE8A}"/>
              </a:ext>
            </a:extLst>
          </p:cNvPr>
          <p:cNvSpPr txBox="1"/>
          <p:nvPr/>
        </p:nvSpPr>
        <p:spPr>
          <a:xfrm>
            <a:off x="114300" y="228600"/>
            <a:ext cx="107026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F3</a:t>
            </a:r>
          </a:p>
          <a:p>
            <a:r>
              <a:rPr lang="en-US" dirty="0"/>
              <a:t>All</a:t>
            </a:r>
          </a:p>
          <a:p>
            <a:r>
              <a:rPr lang="en-US" dirty="0"/>
              <a:t>Black</a:t>
            </a:r>
          </a:p>
        </p:txBody>
      </p:sp>
    </p:spTree>
    <p:extLst>
      <p:ext uri="{BB962C8B-B14F-4D97-AF65-F5344CB8AC3E}">
        <p14:creationId xmlns:p14="http://schemas.microsoft.com/office/powerpoint/2010/main" val="28172253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B8BC12-5379-5A12-E09F-DF8E25D2B6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C10672B6-1808-A82B-5E4A-18E88557B02D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73258" y="1402522"/>
            <a:ext cx="11816514" cy="3938838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E63FFD2C-CDE0-2A7A-B234-34FCB5DF4D85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064525" y="1559593"/>
            <a:ext cx="47767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A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CD9609B-6BE8-B612-BFEC-5979B64D47DF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997365" y="1561865"/>
            <a:ext cx="47767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B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328A9A4-8021-2FE7-A519-A5DDBF8D44B2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930201" y="1564137"/>
            <a:ext cx="47767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C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A23E950-A293-D243-B47C-5720830F2631}"/>
              </a:ext>
            </a:extLst>
          </p:cNvPr>
          <p:cNvSpPr/>
          <p:nvPr/>
        </p:nvSpPr>
        <p:spPr>
          <a:xfrm>
            <a:off x="4359166" y="3290636"/>
            <a:ext cx="130069" cy="13836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1" name="Graphic 50" descr="Caterpillar with solid fill">
            <a:extLst>
              <a:ext uri="{FF2B5EF4-FFF2-40B4-BE49-F238E27FC236}">
                <a16:creationId xmlns:a16="http://schemas.microsoft.com/office/drawing/2014/main" id="{8E0513D1-9E71-51D3-0FAD-2388C83794A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261680" y="4165123"/>
            <a:ext cx="547638" cy="547638"/>
          </a:xfrm>
          <a:prstGeom prst="rect">
            <a:avLst/>
          </a:prstGeom>
        </p:spPr>
      </p:pic>
      <p:pic>
        <p:nvPicPr>
          <p:cNvPr id="52" name="Graphic 51" descr="Blueberry with solid fill">
            <a:extLst>
              <a:ext uri="{FF2B5EF4-FFF2-40B4-BE49-F238E27FC236}">
                <a16:creationId xmlns:a16="http://schemas.microsoft.com/office/drawing/2014/main" id="{5F92948D-25EC-1FB6-7977-9111389EEC2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798458" y="4223572"/>
            <a:ext cx="477672" cy="477672"/>
          </a:xfrm>
          <a:prstGeom prst="rect">
            <a:avLst/>
          </a:prstGeom>
        </p:spPr>
      </p:pic>
      <p:pic>
        <p:nvPicPr>
          <p:cNvPr id="53" name="Graphic 52" descr="Thermometer with solid fill">
            <a:extLst>
              <a:ext uri="{FF2B5EF4-FFF2-40B4-BE49-F238E27FC236}">
                <a16:creationId xmlns:a16="http://schemas.microsoft.com/office/drawing/2014/main" id="{637FC712-63AC-8109-E81C-3A85D34B254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30320" y="4164817"/>
            <a:ext cx="461665" cy="461665"/>
          </a:xfrm>
          <a:prstGeom prst="rect">
            <a:avLst/>
          </a:prstGeom>
        </p:spPr>
      </p:pic>
      <p:pic>
        <p:nvPicPr>
          <p:cNvPr id="54" name="Graphic 53" descr="Thermometer with solid fill">
            <a:extLst>
              <a:ext uri="{FF2B5EF4-FFF2-40B4-BE49-F238E27FC236}">
                <a16:creationId xmlns:a16="http://schemas.microsoft.com/office/drawing/2014/main" id="{5F0E408F-236B-C338-C60F-DA3AC5780D1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296370" y="4187422"/>
            <a:ext cx="461665" cy="461665"/>
          </a:xfrm>
          <a:prstGeom prst="rect">
            <a:avLst/>
          </a:prstGeom>
        </p:spPr>
      </p:pic>
      <p:pic>
        <p:nvPicPr>
          <p:cNvPr id="55" name="Graphic 54" descr="Snowflake with solid fill">
            <a:extLst>
              <a:ext uri="{FF2B5EF4-FFF2-40B4-BE49-F238E27FC236}">
                <a16:creationId xmlns:a16="http://schemas.microsoft.com/office/drawing/2014/main" id="{AB7D3732-66BD-9FFE-8A96-097A92F84F0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156555" y="4027490"/>
            <a:ext cx="518987" cy="518987"/>
          </a:xfrm>
          <a:prstGeom prst="rect">
            <a:avLst/>
          </a:prstGeom>
        </p:spPr>
      </p:pic>
      <p:pic>
        <p:nvPicPr>
          <p:cNvPr id="56" name="Graphic 55" descr="Fire with solid fill">
            <a:extLst>
              <a:ext uri="{FF2B5EF4-FFF2-40B4-BE49-F238E27FC236}">
                <a16:creationId xmlns:a16="http://schemas.microsoft.com/office/drawing/2014/main" id="{EA1F0E44-3866-3829-5EEC-E9613E73B4B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527203" y="4003428"/>
            <a:ext cx="461665" cy="461665"/>
          </a:xfrm>
          <a:prstGeom prst="rect">
            <a:avLst/>
          </a:prstGeom>
        </p:spPr>
      </p:pic>
      <p:pic>
        <p:nvPicPr>
          <p:cNvPr id="57" name="Graphic 56" descr="Forest scene with solid fill">
            <a:extLst>
              <a:ext uri="{FF2B5EF4-FFF2-40B4-BE49-F238E27FC236}">
                <a16:creationId xmlns:a16="http://schemas.microsoft.com/office/drawing/2014/main" id="{7CE2D43C-8CE0-D57E-4D62-3574A53AB6A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216505" y="3998828"/>
            <a:ext cx="692975" cy="692975"/>
          </a:xfrm>
          <a:prstGeom prst="rect">
            <a:avLst/>
          </a:prstGeom>
        </p:spPr>
      </p:pic>
      <p:pic>
        <p:nvPicPr>
          <p:cNvPr id="58" name="Graphic 57" descr="Forest scene with solid fill">
            <a:extLst>
              <a:ext uri="{FF2B5EF4-FFF2-40B4-BE49-F238E27FC236}">
                <a16:creationId xmlns:a16="http://schemas.microsoft.com/office/drawing/2014/main" id="{2250B113-FFBC-F34A-31AB-539F7E92914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934844" y="4337050"/>
            <a:ext cx="345643" cy="345643"/>
          </a:xfrm>
          <a:prstGeom prst="rect">
            <a:avLst/>
          </a:prstGeom>
        </p:spPr>
      </p:pic>
      <p:pic>
        <p:nvPicPr>
          <p:cNvPr id="59" name="Graphic 58" descr="Crops with solid fill">
            <a:extLst>
              <a:ext uri="{FF2B5EF4-FFF2-40B4-BE49-F238E27FC236}">
                <a16:creationId xmlns:a16="http://schemas.microsoft.com/office/drawing/2014/main" id="{F30EB79E-7AFE-0837-2013-CF5976B5C38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255252" y="4330700"/>
            <a:ext cx="347468" cy="347468"/>
          </a:xfrm>
          <a:prstGeom prst="rect">
            <a:avLst/>
          </a:prstGeom>
        </p:spPr>
      </p:pic>
      <p:pic>
        <p:nvPicPr>
          <p:cNvPr id="60" name="Graphic 59" descr="City with solid fill">
            <a:extLst>
              <a:ext uri="{FF2B5EF4-FFF2-40B4-BE49-F238E27FC236}">
                <a16:creationId xmlns:a16="http://schemas.microsoft.com/office/drawing/2014/main" id="{0E893EAB-5E19-580C-75AD-2307CB6CF72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924636" y="4083075"/>
            <a:ext cx="347468" cy="347468"/>
          </a:xfrm>
          <a:prstGeom prst="rect">
            <a:avLst/>
          </a:prstGeom>
        </p:spPr>
      </p:pic>
      <p:pic>
        <p:nvPicPr>
          <p:cNvPr id="61" name="Graphic 60" descr="Rainforest with solid fill">
            <a:extLst>
              <a:ext uri="{FF2B5EF4-FFF2-40B4-BE49-F238E27FC236}">
                <a16:creationId xmlns:a16="http://schemas.microsoft.com/office/drawing/2014/main" id="{944F2A20-0829-0F13-2D4C-C59D5212B7A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5272104" y="4094585"/>
            <a:ext cx="301064" cy="301064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274DAD51-509E-F308-6F1B-819DFEBD3BA1}"/>
              </a:ext>
            </a:extLst>
          </p:cNvPr>
          <p:cNvSpPr txBox="1"/>
          <p:nvPr/>
        </p:nvSpPr>
        <p:spPr>
          <a:xfrm>
            <a:off x="114300" y="228600"/>
            <a:ext cx="107026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F3</a:t>
            </a:r>
          </a:p>
          <a:p>
            <a:r>
              <a:rPr lang="en-US" dirty="0"/>
              <a:t>Partial Color</a:t>
            </a:r>
          </a:p>
        </p:txBody>
      </p:sp>
    </p:spTree>
    <p:extLst>
      <p:ext uri="{BB962C8B-B14F-4D97-AF65-F5344CB8AC3E}">
        <p14:creationId xmlns:p14="http://schemas.microsoft.com/office/powerpoint/2010/main" val="20336395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18D0CC-40CF-6F0A-FACF-68ED856DF2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42C3ADA-EB9E-36F6-BE47-069286FF1010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69720" y="1398984"/>
            <a:ext cx="11816514" cy="3938838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A46062AD-1728-D5BF-F4A7-A1098F664074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064525" y="1559593"/>
            <a:ext cx="47767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A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C4A062F-DF74-0F1A-8B2F-C4975BE12D41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997365" y="1561865"/>
            <a:ext cx="47767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B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D6574F9-08C7-10D4-5499-D48FD4F92FE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930201" y="1564137"/>
            <a:ext cx="47767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C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382E750F-B904-361B-EE71-B7A7555D77E1}"/>
              </a:ext>
            </a:extLst>
          </p:cNvPr>
          <p:cNvSpPr/>
          <p:nvPr/>
        </p:nvSpPr>
        <p:spPr>
          <a:xfrm>
            <a:off x="4359166" y="3290636"/>
            <a:ext cx="130069" cy="13836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Graphic 3" descr="Caterpillar with solid fill">
            <a:extLst>
              <a:ext uri="{FF2B5EF4-FFF2-40B4-BE49-F238E27FC236}">
                <a16:creationId xmlns:a16="http://schemas.microsoft.com/office/drawing/2014/main" id="{0E56F6DB-E5DE-D7AF-C26C-DC8844BEF8B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261680" y="4165123"/>
            <a:ext cx="547638" cy="547638"/>
          </a:xfrm>
          <a:prstGeom prst="rect">
            <a:avLst/>
          </a:prstGeom>
        </p:spPr>
      </p:pic>
      <p:pic>
        <p:nvPicPr>
          <p:cNvPr id="25" name="Graphic 24" descr="Blueberry with solid fill">
            <a:extLst>
              <a:ext uri="{FF2B5EF4-FFF2-40B4-BE49-F238E27FC236}">
                <a16:creationId xmlns:a16="http://schemas.microsoft.com/office/drawing/2014/main" id="{82C62705-B478-EC31-79C7-2574DDC7CD4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798458" y="4223572"/>
            <a:ext cx="477672" cy="477672"/>
          </a:xfrm>
          <a:prstGeom prst="rect">
            <a:avLst/>
          </a:prstGeom>
        </p:spPr>
      </p:pic>
      <p:pic>
        <p:nvPicPr>
          <p:cNvPr id="31" name="Graphic 30" descr="Thermometer with solid fill">
            <a:extLst>
              <a:ext uri="{FF2B5EF4-FFF2-40B4-BE49-F238E27FC236}">
                <a16:creationId xmlns:a16="http://schemas.microsoft.com/office/drawing/2014/main" id="{02D8507C-1CB7-0287-DF1D-C426237CF9E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30320" y="4164817"/>
            <a:ext cx="461665" cy="461665"/>
          </a:xfrm>
          <a:prstGeom prst="rect">
            <a:avLst/>
          </a:prstGeom>
        </p:spPr>
      </p:pic>
      <p:pic>
        <p:nvPicPr>
          <p:cNvPr id="32" name="Graphic 31" descr="Thermometer with solid fill">
            <a:extLst>
              <a:ext uri="{FF2B5EF4-FFF2-40B4-BE49-F238E27FC236}">
                <a16:creationId xmlns:a16="http://schemas.microsoft.com/office/drawing/2014/main" id="{51E1DA8D-A450-32E1-0975-8E935C5A0FE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296370" y="4187422"/>
            <a:ext cx="461665" cy="461665"/>
          </a:xfrm>
          <a:prstGeom prst="rect">
            <a:avLst/>
          </a:prstGeom>
        </p:spPr>
      </p:pic>
      <p:pic>
        <p:nvPicPr>
          <p:cNvPr id="34" name="Graphic 33" descr="Snowflake with solid fill">
            <a:extLst>
              <a:ext uri="{FF2B5EF4-FFF2-40B4-BE49-F238E27FC236}">
                <a16:creationId xmlns:a16="http://schemas.microsoft.com/office/drawing/2014/main" id="{FA1C7EBE-2AE1-B9BC-7013-354DF59F734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156555" y="4027490"/>
            <a:ext cx="518987" cy="518987"/>
          </a:xfrm>
          <a:prstGeom prst="rect">
            <a:avLst/>
          </a:prstGeom>
        </p:spPr>
      </p:pic>
      <p:pic>
        <p:nvPicPr>
          <p:cNvPr id="36" name="Graphic 35" descr="Fire with solid fill">
            <a:extLst>
              <a:ext uri="{FF2B5EF4-FFF2-40B4-BE49-F238E27FC236}">
                <a16:creationId xmlns:a16="http://schemas.microsoft.com/office/drawing/2014/main" id="{CCFC9232-42FF-A695-D601-B6A24691C88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527203" y="4003428"/>
            <a:ext cx="461665" cy="461665"/>
          </a:xfrm>
          <a:prstGeom prst="rect">
            <a:avLst/>
          </a:prstGeom>
        </p:spPr>
      </p:pic>
      <p:pic>
        <p:nvPicPr>
          <p:cNvPr id="3" name="Graphic 2" descr="Forest scene with solid fill">
            <a:extLst>
              <a:ext uri="{FF2B5EF4-FFF2-40B4-BE49-F238E27FC236}">
                <a16:creationId xmlns:a16="http://schemas.microsoft.com/office/drawing/2014/main" id="{711C556B-6ABC-8776-C95B-12D304050E9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216505" y="3998828"/>
            <a:ext cx="692975" cy="692975"/>
          </a:xfrm>
          <a:prstGeom prst="rect">
            <a:avLst/>
          </a:prstGeom>
        </p:spPr>
      </p:pic>
      <p:pic>
        <p:nvPicPr>
          <p:cNvPr id="6" name="Graphic 5" descr="Forest scene with solid fill">
            <a:extLst>
              <a:ext uri="{FF2B5EF4-FFF2-40B4-BE49-F238E27FC236}">
                <a16:creationId xmlns:a16="http://schemas.microsoft.com/office/drawing/2014/main" id="{371A3332-17FE-FF45-6CFF-1B879E30F85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934844" y="4337050"/>
            <a:ext cx="345643" cy="345643"/>
          </a:xfrm>
          <a:prstGeom prst="rect">
            <a:avLst/>
          </a:prstGeom>
        </p:spPr>
      </p:pic>
      <p:pic>
        <p:nvPicPr>
          <p:cNvPr id="35" name="Graphic 34" descr="Crops with solid fill">
            <a:extLst>
              <a:ext uri="{FF2B5EF4-FFF2-40B4-BE49-F238E27FC236}">
                <a16:creationId xmlns:a16="http://schemas.microsoft.com/office/drawing/2014/main" id="{55F4466F-E9E2-E9F0-16F6-F64F935B522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5255252" y="4330700"/>
            <a:ext cx="347468" cy="347468"/>
          </a:xfrm>
          <a:prstGeom prst="rect">
            <a:avLst/>
          </a:prstGeom>
        </p:spPr>
      </p:pic>
      <p:pic>
        <p:nvPicPr>
          <p:cNvPr id="38" name="Graphic 37" descr="City with solid fill">
            <a:extLst>
              <a:ext uri="{FF2B5EF4-FFF2-40B4-BE49-F238E27FC236}">
                <a16:creationId xmlns:a16="http://schemas.microsoft.com/office/drawing/2014/main" id="{46DF256E-0D4B-CCC7-4FB0-FF8FDCCB07D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4924636" y="4083075"/>
            <a:ext cx="347468" cy="347468"/>
          </a:xfrm>
          <a:prstGeom prst="rect">
            <a:avLst/>
          </a:prstGeom>
        </p:spPr>
      </p:pic>
      <p:pic>
        <p:nvPicPr>
          <p:cNvPr id="40" name="Graphic 39" descr="Rainforest with solid fill">
            <a:extLst>
              <a:ext uri="{FF2B5EF4-FFF2-40B4-BE49-F238E27FC236}">
                <a16:creationId xmlns:a16="http://schemas.microsoft.com/office/drawing/2014/main" id="{A842228B-7849-6092-0D0C-A05B5DE7AA0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5272104" y="4094585"/>
            <a:ext cx="301064" cy="30106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BC848CB-EB9E-E785-BD4C-8B01642F13A3}"/>
              </a:ext>
            </a:extLst>
          </p:cNvPr>
          <p:cNvSpPr txBox="1"/>
          <p:nvPr/>
        </p:nvSpPr>
        <p:spPr>
          <a:xfrm>
            <a:off x="114300" y="228600"/>
            <a:ext cx="424486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F3</a:t>
            </a:r>
          </a:p>
          <a:p>
            <a:r>
              <a:rPr lang="en-US" dirty="0"/>
              <a:t>All</a:t>
            </a:r>
          </a:p>
          <a:p>
            <a:r>
              <a:rPr lang="en-US" dirty="0"/>
              <a:t>Color (this one isn’t as good imo)</a:t>
            </a:r>
          </a:p>
        </p:txBody>
      </p:sp>
    </p:spTree>
    <p:extLst>
      <p:ext uri="{BB962C8B-B14F-4D97-AF65-F5344CB8AC3E}">
        <p14:creationId xmlns:p14="http://schemas.microsoft.com/office/powerpoint/2010/main" val="20007212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553FA8F-4D01-0A7C-9619-9F479A778CF0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667000" y="0"/>
            <a:ext cx="6858000" cy="68580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59E1E98C-83FA-0164-022B-B4947BD73A1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5985163" y="519545"/>
            <a:ext cx="405245" cy="601633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C2782E4-45B3-0C51-3289-0550DB3E08DE}"/>
              </a:ext>
            </a:extLst>
          </p:cNvPr>
          <p:cNvSpPr/>
          <p:nvPr/>
        </p:nvSpPr>
        <p:spPr>
          <a:xfrm>
            <a:off x="2552700" y="114299"/>
            <a:ext cx="405245" cy="27432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CC68211-BBF8-471D-DB60-9A59BD9C782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54" t="58333" r="95354" b="11768"/>
          <a:stretch>
            <a:fillRect/>
          </a:stretch>
        </p:blipFill>
        <p:spPr>
          <a:xfrm>
            <a:off x="2670461" y="519545"/>
            <a:ext cx="287484" cy="2050473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B1F9DEF5-F28D-767F-46FD-DBDEDBAA780A}"/>
              </a:ext>
            </a:extLst>
          </p:cNvPr>
          <p:cNvSpPr txBox="1"/>
          <p:nvPr/>
        </p:nvSpPr>
        <p:spPr>
          <a:xfrm>
            <a:off x="114300" y="228600"/>
            <a:ext cx="1070264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SF1</a:t>
            </a:r>
          </a:p>
          <a:p>
            <a:r>
              <a:rPr lang="en-US" dirty="0"/>
              <a:t>Show Scaled Regional Trend</a:t>
            </a:r>
          </a:p>
        </p:txBody>
      </p:sp>
      <p:pic>
        <p:nvPicPr>
          <p:cNvPr id="4" name="Graphic 3" descr="Thermometer with solid fill">
            <a:extLst>
              <a:ext uri="{FF2B5EF4-FFF2-40B4-BE49-F238E27FC236}">
                <a16:creationId xmlns:a16="http://schemas.microsoft.com/office/drawing/2014/main" id="{E6E10C15-6B1C-D622-EE17-28826542DEE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383608" y="2517613"/>
            <a:ext cx="357671" cy="357671"/>
          </a:xfrm>
          <a:prstGeom prst="rect">
            <a:avLst/>
          </a:prstGeom>
        </p:spPr>
      </p:pic>
      <p:pic>
        <p:nvPicPr>
          <p:cNvPr id="9" name="Graphic 8" descr="Thermometer with solid fill">
            <a:extLst>
              <a:ext uri="{FF2B5EF4-FFF2-40B4-BE49-F238E27FC236}">
                <a16:creationId xmlns:a16="http://schemas.microsoft.com/office/drawing/2014/main" id="{EF2B4B10-4A9E-1010-A960-375B09C4CED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292778" y="2517613"/>
            <a:ext cx="357671" cy="357671"/>
          </a:xfrm>
          <a:prstGeom prst="rect">
            <a:avLst/>
          </a:prstGeom>
        </p:spPr>
      </p:pic>
      <p:pic>
        <p:nvPicPr>
          <p:cNvPr id="12" name="Graphic 11" descr="Snowflake with solid fill">
            <a:extLst>
              <a:ext uri="{FF2B5EF4-FFF2-40B4-BE49-F238E27FC236}">
                <a16:creationId xmlns:a16="http://schemas.microsoft.com/office/drawing/2014/main" id="{F463658C-D7C9-F546-80B9-25F336D5679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609843" y="2393198"/>
            <a:ext cx="402081" cy="402081"/>
          </a:xfrm>
          <a:prstGeom prst="rect">
            <a:avLst/>
          </a:prstGeom>
        </p:spPr>
      </p:pic>
      <p:pic>
        <p:nvPicPr>
          <p:cNvPr id="14" name="Graphic 13" descr="Fire with solid fill">
            <a:extLst>
              <a:ext uri="{FF2B5EF4-FFF2-40B4-BE49-F238E27FC236}">
                <a16:creationId xmlns:a16="http://schemas.microsoft.com/office/drawing/2014/main" id="{E7460522-C5EF-B4E4-CAFE-3740B96383A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523611" y="2333619"/>
            <a:ext cx="357671" cy="357671"/>
          </a:xfrm>
          <a:prstGeom prst="rect">
            <a:avLst/>
          </a:prstGeom>
        </p:spPr>
      </p:pic>
      <p:pic>
        <p:nvPicPr>
          <p:cNvPr id="18" name="Graphic 17" descr="Forest scene with solid fill">
            <a:extLst>
              <a:ext uri="{FF2B5EF4-FFF2-40B4-BE49-F238E27FC236}">
                <a16:creationId xmlns:a16="http://schemas.microsoft.com/office/drawing/2014/main" id="{A3395A0A-A125-2DF0-437B-51431F1C500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700855" y="2323998"/>
            <a:ext cx="582886" cy="582886"/>
          </a:xfrm>
          <a:prstGeom prst="rect">
            <a:avLst/>
          </a:prstGeom>
        </p:spPr>
      </p:pic>
      <p:pic>
        <p:nvPicPr>
          <p:cNvPr id="20" name="Graphic 19" descr="Forest scene with solid fill">
            <a:extLst>
              <a:ext uri="{FF2B5EF4-FFF2-40B4-BE49-F238E27FC236}">
                <a16:creationId xmlns:a16="http://schemas.microsoft.com/office/drawing/2014/main" id="{E29A7E9A-4B07-E26C-3558-B6EEE5F3049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881540" y="2571246"/>
            <a:ext cx="308564" cy="308564"/>
          </a:xfrm>
          <a:prstGeom prst="rect">
            <a:avLst/>
          </a:prstGeom>
        </p:spPr>
      </p:pic>
      <p:pic>
        <p:nvPicPr>
          <p:cNvPr id="22" name="Graphic 21" descr="Crops with solid fill">
            <a:extLst>
              <a:ext uri="{FF2B5EF4-FFF2-40B4-BE49-F238E27FC236}">
                <a16:creationId xmlns:a16="http://schemas.microsoft.com/office/drawing/2014/main" id="{E326474E-DB66-F318-5987-3418F198846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201948" y="2565090"/>
            <a:ext cx="310193" cy="310193"/>
          </a:xfrm>
          <a:prstGeom prst="rect">
            <a:avLst/>
          </a:prstGeom>
        </p:spPr>
      </p:pic>
      <p:pic>
        <p:nvPicPr>
          <p:cNvPr id="24" name="Graphic 23" descr="City with solid fill">
            <a:extLst>
              <a:ext uri="{FF2B5EF4-FFF2-40B4-BE49-F238E27FC236}">
                <a16:creationId xmlns:a16="http://schemas.microsoft.com/office/drawing/2014/main" id="{4435FF93-04EA-7FEF-8320-C75D6B30128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871332" y="2317465"/>
            <a:ext cx="310193" cy="310193"/>
          </a:xfrm>
          <a:prstGeom prst="rect">
            <a:avLst/>
          </a:prstGeom>
        </p:spPr>
      </p:pic>
      <p:pic>
        <p:nvPicPr>
          <p:cNvPr id="26" name="Graphic 25" descr="Rainforest with solid fill">
            <a:extLst>
              <a:ext uri="{FF2B5EF4-FFF2-40B4-BE49-F238E27FC236}">
                <a16:creationId xmlns:a16="http://schemas.microsoft.com/office/drawing/2014/main" id="{B9DB83BA-4270-9ED6-D151-A1D136C7AD4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7218800" y="2323997"/>
            <a:ext cx="268767" cy="268767"/>
          </a:xfrm>
          <a:prstGeom prst="rect">
            <a:avLst/>
          </a:prstGeom>
        </p:spPr>
      </p:pic>
      <p:pic>
        <p:nvPicPr>
          <p:cNvPr id="28" name="Graphic 27" descr="Caterpillar with solid fill">
            <a:extLst>
              <a:ext uri="{FF2B5EF4-FFF2-40B4-BE49-F238E27FC236}">
                <a16:creationId xmlns:a16="http://schemas.microsoft.com/office/drawing/2014/main" id="{4F5DBFC1-705F-7EDE-A650-2F34B52D60F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5447826" y="5909303"/>
            <a:ext cx="405245" cy="405245"/>
          </a:xfrm>
          <a:prstGeom prst="rect">
            <a:avLst/>
          </a:prstGeom>
        </p:spPr>
      </p:pic>
      <p:pic>
        <p:nvPicPr>
          <p:cNvPr id="30" name="Graphic 29" descr="Blueberry with solid fill">
            <a:extLst>
              <a:ext uri="{FF2B5EF4-FFF2-40B4-BE49-F238E27FC236}">
                <a16:creationId xmlns:a16="http://schemas.microsoft.com/office/drawing/2014/main" id="{1B30F1F0-5332-3681-5B6D-AAF90D08FBE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3383608" y="5961077"/>
            <a:ext cx="353471" cy="3534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60239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311D80-9C35-3F9E-5E06-2C18B64E4A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8EA18C7-8481-368A-BC8E-4EAC020B900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667000" y="0"/>
            <a:ext cx="6858000" cy="68580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DDF2092-2CDC-E2D6-ED59-BCAE88DA7AD2}"/>
              </a:ext>
            </a:extLst>
          </p:cNvPr>
          <p:cNvSpPr/>
          <p:nvPr/>
        </p:nvSpPr>
        <p:spPr>
          <a:xfrm>
            <a:off x="5985163" y="519545"/>
            <a:ext cx="405245" cy="601633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57A9A83-F98F-9B09-81B6-C3767F37EA30}"/>
              </a:ext>
            </a:extLst>
          </p:cNvPr>
          <p:cNvSpPr/>
          <p:nvPr/>
        </p:nvSpPr>
        <p:spPr>
          <a:xfrm>
            <a:off x="2552700" y="114299"/>
            <a:ext cx="405245" cy="27432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3C70BDB-FF8A-8FB2-77EF-52FA71B88D8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54" t="58333" r="95354" b="11768"/>
          <a:stretch>
            <a:fillRect/>
          </a:stretch>
        </p:blipFill>
        <p:spPr>
          <a:xfrm>
            <a:off x="2670461" y="519545"/>
            <a:ext cx="287484" cy="2050473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D380F5CA-58E8-8325-CAA4-6F58C4B14C5E}"/>
              </a:ext>
            </a:extLst>
          </p:cNvPr>
          <p:cNvSpPr txBox="1"/>
          <p:nvPr/>
        </p:nvSpPr>
        <p:spPr>
          <a:xfrm>
            <a:off x="114300" y="228600"/>
            <a:ext cx="11430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SF3</a:t>
            </a:r>
          </a:p>
          <a:p>
            <a:r>
              <a:rPr lang="en-US" dirty="0"/>
              <a:t>Bobwhite</a:t>
            </a:r>
          </a:p>
          <a:p>
            <a:r>
              <a:rPr lang="en-US" dirty="0"/>
              <a:t>Model</a:t>
            </a:r>
          </a:p>
          <a:p>
            <a:r>
              <a:rPr lang="en-US" dirty="0"/>
              <a:t>Run</a:t>
            </a:r>
          </a:p>
        </p:txBody>
      </p:sp>
    </p:spTree>
    <p:extLst>
      <p:ext uri="{BB962C8B-B14F-4D97-AF65-F5344CB8AC3E}">
        <p14:creationId xmlns:p14="http://schemas.microsoft.com/office/powerpoint/2010/main" val="34617127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A0D1B8-6604-F374-3574-3761BBE5B1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82E1A7C-28F8-A552-8881-F1A620CCBF4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238375" y="0"/>
            <a:ext cx="7715250" cy="68580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25B6F819-F465-0917-E668-A398FD637C3A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689" t="27752" r="52940" b="20620"/>
          <a:stretch>
            <a:fillRect/>
          </a:stretch>
        </p:blipFill>
        <p:spPr>
          <a:xfrm>
            <a:off x="9263529" y="5014128"/>
            <a:ext cx="151776" cy="38137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BCFA825-F09A-7062-A332-3E9ADD2C23FD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689" t="27752" r="52940" b="20620"/>
          <a:stretch>
            <a:fillRect/>
          </a:stretch>
        </p:blipFill>
        <p:spPr>
          <a:xfrm>
            <a:off x="9263529" y="1584275"/>
            <a:ext cx="151776" cy="38137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5A41ACD-C43A-9FFC-5499-1F1608772015}"/>
              </a:ext>
            </a:extLst>
          </p:cNvPr>
          <p:cNvSpPr txBox="1"/>
          <p:nvPr/>
        </p:nvSpPr>
        <p:spPr>
          <a:xfrm>
            <a:off x="114300" y="228600"/>
            <a:ext cx="107026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F1 Colorful Labels</a:t>
            </a:r>
          </a:p>
        </p:txBody>
      </p:sp>
    </p:spTree>
    <p:extLst>
      <p:ext uri="{BB962C8B-B14F-4D97-AF65-F5344CB8AC3E}">
        <p14:creationId xmlns:p14="http://schemas.microsoft.com/office/powerpoint/2010/main" val="229475536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03F464-9B07-23B3-99C4-6A25CADBB2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3CCE3D2-A3F1-3867-E3BC-31F2A9E85F0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238375" y="0"/>
            <a:ext cx="7715250" cy="68580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DA987469-563E-7132-4E4B-E0E6ADC04796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689" t="27752" r="52940" b="20620"/>
          <a:stretch>
            <a:fillRect/>
          </a:stretch>
        </p:blipFill>
        <p:spPr>
          <a:xfrm rot="10800000">
            <a:off x="9263529" y="5014128"/>
            <a:ext cx="151776" cy="38137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5A8705A-1665-D8CB-C64D-DD06E401B43E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689" t="27752" r="52940" b="20620"/>
          <a:stretch>
            <a:fillRect/>
          </a:stretch>
        </p:blipFill>
        <p:spPr>
          <a:xfrm rot="10800000">
            <a:off x="9263529" y="1584275"/>
            <a:ext cx="151776" cy="38137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E32DE9E-811C-974F-6C18-854F2C0E2482}"/>
              </a:ext>
            </a:extLst>
          </p:cNvPr>
          <p:cNvSpPr txBox="1"/>
          <p:nvPr/>
        </p:nvSpPr>
        <p:spPr>
          <a:xfrm>
            <a:off x="114300" y="228600"/>
            <a:ext cx="107026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F1 </a:t>
            </a:r>
          </a:p>
          <a:p>
            <a:r>
              <a:rPr lang="en-US"/>
              <a:t>Black Labels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0244451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729</TotalTime>
  <Words>41</Words>
  <Application>Microsoft Office PowerPoint</Application>
  <PresentationFormat>Widescreen</PresentationFormat>
  <Paragraphs>26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Goulden, Ivara </dc:creator>
  <cp:lastModifiedBy>Goulden, Ivara </cp:lastModifiedBy>
  <cp:revision>41</cp:revision>
  <dcterms:created xsi:type="dcterms:W3CDTF">2026-06-16T18:04:46Z</dcterms:created>
  <dcterms:modified xsi:type="dcterms:W3CDTF">2026-07-17T20:15:29Z</dcterms:modified>
</cp:coreProperties>
</file>