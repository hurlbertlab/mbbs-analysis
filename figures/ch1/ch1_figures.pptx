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67" r:id="rId4"/>
    <p:sldId id="266" r:id="rId5"/>
    <p:sldId id="268" r:id="rId6"/>
    <p:sldId id="269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DE6"/>
    <a:srgbClr val="563402"/>
    <a:srgbClr val="CC9900"/>
    <a:srgbClr val="FFFF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DF4F-6BB0-6D1E-D167-747CDC3FA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0A601-2FA0-4B1A-6F54-D0DCA3EE6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1E37C-C594-AB77-6959-24930269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B7F16-3DDA-35DA-C4BA-27435F3E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55D2C-807C-7008-B37C-69E56DDC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2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97E3-C8FE-52FE-8857-83DEE5DB1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54D41-C03C-C4F3-8703-EBD3E3EA0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02F29-65FB-29A8-DF28-B55A0779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00EE8-8118-2C3C-9A07-B8D0C303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384E9-BBA4-3FF7-B9CE-33915CF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8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ABB9E-DC0D-C47E-5A59-16825D8C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A8E8D-C56A-8BD8-8C1F-334627B16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801-5F91-CC3D-2A2E-9EC9322C9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08660-3D73-93B1-00F5-E6C84E88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A03EE-6D42-2448-A0B1-2C627AEB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7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3DE7-F0CE-0E32-6CF8-DF5D42F6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28862-5B23-2D83-A08A-BE770B8BA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42A5D-675E-C2A3-A549-E39F73A1B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C23ED-9A37-5046-26EE-D53A3995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23A17-39F9-92EF-0FC1-42ECDEED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75B1D-9F79-A9DA-510A-8078A8C9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7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95755-F60E-A974-27D7-FEE3EF99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56310-3F0E-6E83-9BD5-4BE7B4CB2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CC696-B031-D29A-09B1-62E500C7E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D59DA6-CD4D-590D-D77B-19531D26B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3A2A1-646D-D4A4-32C1-E86B1D962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128269-6EF3-52AE-0051-690C9AA2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5DBBE-0D10-8250-DA68-8FC276F68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69D34-8C81-A8BD-9EA2-7C9E20FD5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1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2679-2FE5-0FA8-C9CF-7EEC915E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6A946-E500-6C8F-D788-EB85F1F9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8CBAC-41D7-3AD7-D675-18C321B7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1DC3E-EAD7-4328-3C10-3FBAE6E0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9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6118AE-A5AA-537F-25DA-723F3BF88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EA35E-2C99-CBF8-84D4-836E2485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8AC31-F140-12A6-7FD4-EF40FC4F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1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94DD-56F4-C633-C9A6-710538216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5F252-4376-EF00-1D4B-EEF65B572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2875F-38A2-03D1-A9C4-2B0788A6B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1C67B-B951-729D-56AA-8F91C525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B23F0-00F9-9137-4F11-A69D7783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BFBA3-B584-2395-5D87-19C35D40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8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F238-A1DA-2A50-8CF0-61E983233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BC4334-38DB-56ED-D763-484D1DE22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8685C-665A-B074-CFBE-537CD198C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87FDE-11D6-BB68-21FE-865BEC45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8E3C-65A3-6937-06C1-86F8885D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3AAC3-8C9E-5CA6-4FEC-FCE4C59F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5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680F-B5A2-E143-FC4F-35EDAA9A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F2A85-E216-CE1F-2AC5-77DAFF7A8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135AB-B970-49B9-A855-7EDC6CBD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CC98E-7661-A486-FF38-A31E59E4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91E5D-A4FA-41DE-A884-FBE0BFCCD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74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64E4FF-4AE8-CA21-D58A-38B759198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453A9-230C-7ABC-F381-5C09221A7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314C9-AB95-EEA0-3D02-2C27FDAE9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861EE-A2ED-3E30-20BF-E0B7F8F7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1F4D0-E5DB-8B71-F633-0B8D8C06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17BF2-D980-DFBE-5F81-957555F98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7E263-FEB3-15FC-C094-8D79CFA62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EB32B-C675-D0C9-2889-A5D1CFB03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CCEE4-E404-41DF-89A3-E64313283A4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05245-AC03-F559-778F-81DE26C89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ACABB-F03F-491D-B0C7-E679C9E3A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7.png"/><Relationship Id="rId7" Type="http://schemas.openxmlformats.org/officeDocument/2006/relationships/image" Target="../media/image28.svg"/><Relationship Id="rId12" Type="http://schemas.openxmlformats.org/officeDocument/2006/relationships/image" Target="../media/image32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31.svg"/><Relationship Id="rId5" Type="http://schemas.openxmlformats.org/officeDocument/2006/relationships/image" Target="../media/image9.svg"/><Relationship Id="rId10" Type="http://schemas.openxmlformats.org/officeDocument/2006/relationships/image" Target="../media/image30.svg"/><Relationship Id="rId4" Type="http://schemas.openxmlformats.org/officeDocument/2006/relationships/image" Target="../media/image8.sv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BBA81-8FD2-0B7B-26AF-0DBABA811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8C65E8-994D-D09E-A1C0-9720E4303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733" y="804496"/>
            <a:ext cx="7049484" cy="524900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7E2A8A-FC9A-C275-50D3-F79A208DD983}"/>
              </a:ext>
            </a:extLst>
          </p:cNvPr>
          <p:cNvCxnSpPr>
            <a:cxnSpLocks/>
          </p:cNvCxnSpPr>
          <p:nvPr/>
        </p:nvCxnSpPr>
        <p:spPr>
          <a:xfrm>
            <a:off x="4314825" y="1162050"/>
            <a:ext cx="3543300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CA907A-0918-3B99-40ED-9A115A0ED13F}"/>
              </a:ext>
            </a:extLst>
          </p:cNvPr>
          <p:cNvCxnSpPr>
            <a:cxnSpLocks/>
          </p:cNvCxnSpPr>
          <p:nvPr/>
        </p:nvCxnSpPr>
        <p:spPr>
          <a:xfrm>
            <a:off x="7858125" y="1162050"/>
            <a:ext cx="0" cy="4524375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54AA11-79F1-605E-C19F-E0886EBEBED6}"/>
              </a:ext>
            </a:extLst>
          </p:cNvPr>
          <p:cNvSpPr/>
          <p:nvPr/>
        </p:nvSpPr>
        <p:spPr>
          <a:xfrm>
            <a:off x="3676650" y="5680048"/>
            <a:ext cx="628650" cy="371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E05676-7773-692C-23BE-CF512B93F71B}"/>
              </a:ext>
            </a:extLst>
          </p:cNvPr>
          <p:cNvSpPr/>
          <p:nvPr/>
        </p:nvSpPr>
        <p:spPr>
          <a:xfrm>
            <a:off x="7869225" y="5662610"/>
            <a:ext cx="828673" cy="371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64C0EC-77C3-CCF7-EB8C-8F48F796F691}"/>
              </a:ext>
            </a:extLst>
          </p:cNvPr>
          <p:cNvGrpSpPr/>
          <p:nvPr/>
        </p:nvGrpSpPr>
        <p:grpSpPr>
          <a:xfrm>
            <a:off x="3631468" y="714102"/>
            <a:ext cx="1629820" cy="719871"/>
            <a:chOff x="3762103" y="740229"/>
            <a:chExt cx="1629820" cy="71987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DD443C6-A6DC-3D52-992A-869FC58F215F}"/>
                </a:ext>
              </a:extLst>
            </p:cNvPr>
            <p:cNvSpPr/>
            <p:nvPr/>
          </p:nvSpPr>
          <p:spPr>
            <a:xfrm>
              <a:off x="3781153" y="740229"/>
              <a:ext cx="1610770" cy="719871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D67ADA9-5EBC-589C-D651-4FCAD126A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765" t="30810" r="7541" b="37142"/>
            <a:stretch>
              <a:fillRect/>
            </a:stretch>
          </p:blipFill>
          <p:spPr>
            <a:xfrm>
              <a:off x="3762103" y="825137"/>
              <a:ext cx="1610771" cy="596100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7B6644C9-2EA0-3D8C-2C86-3FC4BEE70A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21692" r="32165" b="22600"/>
          <a:stretch>
            <a:fillRect/>
          </a:stretch>
        </p:blipFill>
        <p:spPr>
          <a:xfrm>
            <a:off x="7858125" y="1080399"/>
            <a:ext cx="1921979" cy="223503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635074B-6948-CAB7-019F-2730E70FFD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41" t="42785" r="38264" b="43174"/>
          <a:stretch>
            <a:fillRect/>
          </a:stretch>
        </p:blipFill>
        <p:spPr>
          <a:xfrm>
            <a:off x="7894594" y="3239598"/>
            <a:ext cx="1339538" cy="5935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99E4CA3-DFCB-6C7F-031E-CC6DE8A3953F}"/>
              </a:ext>
            </a:extLst>
          </p:cNvPr>
          <p:cNvSpPr/>
          <p:nvPr/>
        </p:nvSpPr>
        <p:spPr>
          <a:xfrm>
            <a:off x="8177142" y="3542569"/>
            <a:ext cx="927432" cy="160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37951B-5B9C-00A0-ADF5-83C88B2918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3" t="49614" r="41406" b="44886"/>
          <a:stretch>
            <a:fillRect/>
          </a:stretch>
        </p:blipFill>
        <p:spPr>
          <a:xfrm>
            <a:off x="8212341" y="3526667"/>
            <a:ext cx="662540" cy="23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2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4C2831-F414-94BA-31E7-62CDCAFC71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720" y="1398984"/>
            <a:ext cx="11816514" cy="39388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7BEEC61-A021-B221-438C-39B11CC005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4525" y="1559593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D6B0BF-E79B-551B-A87B-4BFFCD9EE6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97365" y="1561865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91E3A7-5CFB-C5BD-040F-B49A32A453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30201" y="1564137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730940-257D-650F-95A5-11A753CB7509}"/>
              </a:ext>
            </a:extLst>
          </p:cNvPr>
          <p:cNvSpPr/>
          <p:nvPr/>
        </p:nvSpPr>
        <p:spPr>
          <a:xfrm>
            <a:off x="4359166" y="3290636"/>
            <a:ext cx="130069" cy="1383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Graphic 50" descr="Caterpillar with solid fill">
            <a:extLst>
              <a:ext uri="{FF2B5EF4-FFF2-40B4-BE49-F238E27FC236}">
                <a16:creationId xmlns:a16="http://schemas.microsoft.com/office/drawing/2014/main" id="{5F810E77-A180-FCA6-24FA-E06899288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1680" y="4165123"/>
            <a:ext cx="547638" cy="547638"/>
          </a:xfrm>
          <a:prstGeom prst="rect">
            <a:avLst/>
          </a:prstGeom>
        </p:spPr>
      </p:pic>
      <p:pic>
        <p:nvPicPr>
          <p:cNvPr id="52" name="Graphic 51" descr="Blueberry with solid fill">
            <a:extLst>
              <a:ext uri="{FF2B5EF4-FFF2-40B4-BE49-F238E27FC236}">
                <a16:creationId xmlns:a16="http://schemas.microsoft.com/office/drawing/2014/main" id="{94585A14-016C-ED73-B126-D0EC3E92DC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8458" y="4223572"/>
            <a:ext cx="477672" cy="477672"/>
          </a:xfrm>
          <a:prstGeom prst="rect">
            <a:avLst/>
          </a:prstGeom>
        </p:spPr>
      </p:pic>
      <p:pic>
        <p:nvPicPr>
          <p:cNvPr id="53" name="Graphic 52" descr="Thermometer with solid fill">
            <a:extLst>
              <a:ext uri="{FF2B5EF4-FFF2-40B4-BE49-F238E27FC236}">
                <a16:creationId xmlns:a16="http://schemas.microsoft.com/office/drawing/2014/main" id="{FC7ADC1C-7C9F-1BA8-830F-77FD209EF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320" y="4164817"/>
            <a:ext cx="461665" cy="461665"/>
          </a:xfrm>
          <a:prstGeom prst="rect">
            <a:avLst/>
          </a:prstGeom>
        </p:spPr>
      </p:pic>
      <p:pic>
        <p:nvPicPr>
          <p:cNvPr id="54" name="Graphic 53" descr="Thermometer with solid fill">
            <a:extLst>
              <a:ext uri="{FF2B5EF4-FFF2-40B4-BE49-F238E27FC236}">
                <a16:creationId xmlns:a16="http://schemas.microsoft.com/office/drawing/2014/main" id="{D0FB7E86-5ED5-2B90-2E5C-3D8F1C00D4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6370" y="4187422"/>
            <a:ext cx="461665" cy="461665"/>
          </a:xfrm>
          <a:prstGeom prst="rect">
            <a:avLst/>
          </a:prstGeom>
        </p:spPr>
      </p:pic>
      <p:pic>
        <p:nvPicPr>
          <p:cNvPr id="55" name="Graphic 54" descr="Snowflake with solid fill">
            <a:extLst>
              <a:ext uri="{FF2B5EF4-FFF2-40B4-BE49-F238E27FC236}">
                <a16:creationId xmlns:a16="http://schemas.microsoft.com/office/drawing/2014/main" id="{3B7CFB50-5BAF-E551-3CE7-43EA9A20A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555" y="4027490"/>
            <a:ext cx="518987" cy="518987"/>
          </a:xfrm>
          <a:prstGeom prst="rect">
            <a:avLst/>
          </a:prstGeom>
        </p:spPr>
      </p:pic>
      <p:pic>
        <p:nvPicPr>
          <p:cNvPr id="56" name="Graphic 55" descr="Fire with solid fill">
            <a:extLst>
              <a:ext uri="{FF2B5EF4-FFF2-40B4-BE49-F238E27FC236}">
                <a16:creationId xmlns:a16="http://schemas.microsoft.com/office/drawing/2014/main" id="{92E22670-EA35-109B-9DB3-CD27B0D059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7203" y="4003428"/>
            <a:ext cx="461665" cy="461665"/>
          </a:xfrm>
          <a:prstGeom prst="rect">
            <a:avLst/>
          </a:prstGeom>
        </p:spPr>
      </p:pic>
      <p:pic>
        <p:nvPicPr>
          <p:cNvPr id="57" name="Graphic 56" descr="Forest scene with solid fill">
            <a:extLst>
              <a:ext uri="{FF2B5EF4-FFF2-40B4-BE49-F238E27FC236}">
                <a16:creationId xmlns:a16="http://schemas.microsoft.com/office/drawing/2014/main" id="{816F0776-BB44-38F3-DA2D-7FCAFDC7E8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16505" y="3998828"/>
            <a:ext cx="692975" cy="692975"/>
          </a:xfrm>
          <a:prstGeom prst="rect">
            <a:avLst/>
          </a:prstGeom>
        </p:spPr>
      </p:pic>
      <p:pic>
        <p:nvPicPr>
          <p:cNvPr id="58" name="Graphic 57" descr="Forest scene with solid fill">
            <a:extLst>
              <a:ext uri="{FF2B5EF4-FFF2-40B4-BE49-F238E27FC236}">
                <a16:creationId xmlns:a16="http://schemas.microsoft.com/office/drawing/2014/main" id="{4FD0F885-10E6-494E-3EFB-BBF7F554F0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4844" y="4337050"/>
            <a:ext cx="345643" cy="345643"/>
          </a:xfrm>
          <a:prstGeom prst="rect">
            <a:avLst/>
          </a:prstGeom>
        </p:spPr>
      </p:pic>
      <p:pic>
        <p:nvPicPr>
          <p:cNvPr id="59" name="Graphic 58" descr="Crops with solid fill">
            <a:extLst>
              <a:ext uri="{FF2B5EF4-FFF2-40B4-BE49-F238E27FC236}">
                <a16:creationId xmlns:a16="http://schemas.microsoft.com/office/drawing/2014/main" id="{C3E0F115-6874-8A59-8AEB-75D67AD91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55252" y="4330700"/>
            <a:ext cx="347468" cy="347468"/>
          </a:xfrm>
          <a:prstGeom prst="rect">
            <a:avLst/>
          </a:prstGeom>
        </p:spPr>
      </p:pic>
      <p:pic>
        <p:nvPicPr>
          <p:cNvPr id="60" name="Graphic 59" descr="City with solid fill">
            <a:extLst>
              <a:ext uri="{FF2B5EF4-FFF2-40B4-BE49-F238E27FC236}">
                <a16:creationId xmlns:a16="http://schemas.microsoft.com/office/drawing/2014/main" id="{39111131-77EA-7B32-46E2-6CAFE190A3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636" y="4083075"/>
            <a:ext cx="347468" cy="347468"/>
          </a:xfrm>
          <a:prstGeom prst="rect">
            <a:avLst/>
          </a:prstGeom>
        </p:spPr>
      </p:pic>
      <p:pic>
        <p:nvPicPr>
          <p:cNvPr id="61" name="Graphic 60" descr="Rainforest with solid fill">
            <a:extLst>
              <a:ext uri="{FF2B5EF4-FFF2-40B4-BE49-F238E27FC236}">
                <a16:creationId xmlns:a16="http://schemas.microsoft.com/office/drawing/2014/main" id="{DE5DDEF7-A700-B3F8-5112-447FE5B3E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72104" y="4094585"/>
            <a:ext cx="301064" cy="301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14E72C-64DC-DFBB-78E4-6F5EE401CE8A}"/>
              </a:ext>
            </a:extLst>
          </p:cNvPr>
          <p:cNvSpPr txBox="1"/>
          <p:nvPr/>
        </p:nvSpPr>
        <p:spPr>
          <a:xfrm>
            <a:off x="114300" y="228600"/>
            <a:ext cx="1070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F3</a:t>
            </a:r>
          </a:p>
          <a:p>
            <a:r>
              <a:rPr lang="en-US" dirty="0"/>
              <a:t>All</a:t>
            </a:r>
          </a:p>
          <a:p>
            <a:r>
              <a:rPr lang="en-US" dirty="0"/>
              <a:t>Black</a:t>
            </a:r>
          </a:p>
        </p:txBody>
      </p:sp>
    </p:spTree>
    <p:extLst>
      <p:ext uri="{BB962C8B-B14F-4D97-AF65-F5344CB8AC3E}">
        <p14:creationId xmlns:p14="http://schemas.microsoft.com/office/powerpoint/2010/main" val="281722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8BC12-5379-5A12-E09F-DF8E25D2B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0672B6-1808-A82B-5E4A-18E88557B02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258" y="1402522"/>
            <a:ext cx="11816514" cy="39388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3FFD2C-CDE0-2A7A-B234-34FCB5DF4D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4525" y="1559593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D9609B-6BE8-B612-BFEC-5979B64D47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97365" y="1561865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28A9A4-8021-2FE7-A519-A5DDBF8D44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30201" y="1564137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23E950-A293-D243-B47C-5720830F2631}"/>
              </a:ext>
            </a:extLst>
          </p:cNvPr>
          <p:cNvSpPr/>
          <p:nvPr/>
        </p:nvSpPr>
        <p:spPr>
          <a:xfrm>
            <a:off x="4359166" y="3290636"/>
            <a:ext cx="130069" cy="1383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Graphic 50" descr="Caterpillar with solid fill">
            <a:extLst>
              <a:ext uri="{FF2B5EF4-FFF2-40B4-BE49-F238E27FC236}">
                <a16:creationId xmlns:a16="http://schemas.microsoft.com/office/drawing/2014/main" id="{8E0513D1-9E71-51D3-0FAD-2388C8379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1680" y="4165123"/>
            <a:ext cx="547638" cy="547638"/>
          </a:xfrm>
          <a:prstGeom prst="rect">
            <a:avLst/>
          </a:prstGeom>
        </p:spPr>
      </p:pic>
      <p:pic>
        <p:nvPicPr>
          <p:cNvPr id="52" name="Graphic 51" descr="Blueberry with solid fill">
            <a:extLst>
              <a:ext uri="{FF2B5EF4-FFF2-40B4-BE49-F238E27FC236}">
                <a16:creationId xmlns:a16="http://schemas.microsoft.com/office/drawing/2014/main" id="{5F92948D-25EC-1FB6-7977-9111389EEC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8458" y="4223572"/>
            <a:ext cx="477672" cy="477672"/>
          </a:xfrm>
          <a:prstGeom prst="rect">
            <a:avLst/>
          </a:prstGeom>
        </p:spPr>
      </p:pic>
      <p:pic>
        <p:nvPicPr>
          <p:cNvPr id="53" name="Graphic 52" descr="Thermometer with solid fill">
            <a:extLst>
              <a:ext uri="{FF2B5EF4-FFF2-40B4-BE49-F238E27FC236}">
                <a16:creationId xmlns:a16="http://schemas.microsoft.com/office/drawing/2014/main" id="{637FC712-63AC-8109-E81C-3A85D34B25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320" y="4164817"/>
            <a:ext cx="461665" cy="461665"/>
          </a:xfrm>
          <a:prstGeom prst="rect">
            <a:avLst/>
          </a:prstGeom>
        </p:spPr>
      </p:pic>
      <p:pic>
        <p:nvPicPr>
          <p:cNvPr id="54" name="Graphic 53" descr="Thermometer with solid fill">
            <a:extLst>
              <a:ext uri="{FF2B5EF4-FFF2-40B4-BE49-F238E27FC236}">
                <a16:creationId xmlns:a16="http://schemas.microsoft.com/office/drawing/2014/main" id="{5F0E408F-236B-C338-C60F-DA3AC5780D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6370" y="4187422"/>
            <a:ext cx="461665" cy="461665"/>
          </a:xfrm>
          <a:prstGeom prst="rect">
            <a:avLst/>
          </a:prstGeom>
        </p:spPr>
      </p:pic>
      <p:pic>
        <p:nvPicPr>
          <p:cNvPr id="55" name="Graphic 54" descr="Snowflake with solid fill">
            <a:extLst>
              <a:ext uri="{FF2B5EF4-FFF2-40B4-BE49-F238E27FC236}">
                <a16:creationId xmlns:a16="http://schemas.microsoft.com/office/drawing/2014/main" id="{AB7D3732-66BD-9FFE-8A96-097A92F84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555" y="4027490"/>
            <a:ext cx="518987" cy="518987"/>
          </a:xfrm>
          <a:prstGeom prst="rect">
            <a:avLst/>
          </a:prstGeom>
        </p:spPr>
      </p:pic>
      <p:pic>
        <p:nvPicPr>
          <p:cNvPr id="56" name="Graphic 55" descr="Fire with solid fill">
            <a:extLst>
              <a:ext uri="{FF2B5EF4-FFF2-40B4-BE49-F238E27FC236}">
                <a16:creationId xmlns:a16="http://schemas.microsoft.com/office/drawing/2014/main" id="{EA1F0E44-3866-3829-5EEC-E9613E73B4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7203" y="4003428"/>
            <a:ext cx="461665" cy="461665"/>
          </a:xfrm>
          <a:prstGeom prst="rect">
            <a:avLst/>
          </a:prstGeom>
        </p:spPr>
      </p:pic>
      <p:pic>
        <p:nvPicPr>
          <p:cNvPr id="57" name="Graphic 56" descr="Forest scene with solid fill">
            <a:extLst>
              <a:ext uri="{FF2B5EF4-FFF2-40B4-BE49-F238E27FC236}">
                <a16:creationId xmlns:a16="http://schemas.microsoft.com/office/drawing/2014/main" id="{7CE2D43C-8CE0-D57E-4D62-3574A53AB6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16505" y="3998828"/>
            <a:ext cx="692975" cy="692975"/>
          </a:xfrm>
          <a:prstGeom prst="rect">
            <a:avLst/>
          </a:prstGeom>
        </p:spPr>
      </p:pic>
      <p:pic>
        <p:nvPicPr>
          <p:cNvPr id="58" name="Graphic 57" descr="Forest scene with solid fill">
            <a:extLst>
              <a:ext uri="{FF2B5EF4-FFF2-40B4-BE49-F238E27FC236}">
                <a16:creationId xmlns:a16="http://schemas.microsoft.com/office/drawing/2014/main" id="{2250B113-FFBC-F34A-31AB-539F7E929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4844" y="4337050"/>
            <a:ext cx="345643" cy="345643"/>
          </a:xfrm>
          <a:prstGeom prst="rect">
            <a:avLst/>
          </a:prstGeom>
        </p:spPr>
      </p:pic>
      <p:pic>
        <p:nvPicPr>
          <p:cNvPr id="59" name="Graphic 58" descr="Crops with solid fill">
            <a:extLst>
              <a:ext uri="{FF2B5EF4-FFF2-40B4-BE49-F238E27FC236}">
                <a16:creationId xmlns:a16="http://schemas.microsoft.com/office/drawing/2014/main" id="{F30EB79E-7AFE-0837-2013-CF5976B5C3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55252" y="4330700"/>
            <a:ext cx="347468" cy="347468"/>
          </a:xfrm>
          <a:prstGeom prst="rect">
            <a:avLst/>
          </a:prstGeom>
        </p:spPr>
      </p:pic>
      <p:pic>
        <p:nvPicPr>
          <p:cNvPr id="60" name="Graphic 59" descr="City with solid fill">
            <a:extLst>
              <a:ext uri="{FF2B5EF4-FFF2-40B4-BE49-F238E27FC236}">
                <a16:creationId xmlns:a16="http://schemas.microsoft.com/office/drawing/2014/main" id="{0E893EAB-5E19-580C-75AD-2307CB6CF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636" y="4083075"/>
            <a:ext cx="347468" cy="347468"/>
          </a:xfrm>
          <a:prstGeom prst="rect">
            <a:avLst/>
          </a:prstGeom>
        </p:spPr>
      </p:pic>
      <p:pic>
        <p:nvPicPr>
          <p:cNvPr id="61" name="Graphic 60" descr="Rainforest with solid fill">
            <a:extLst>
              <a:ext uri="{FF2B5EF4-FFF2-40B4-BE49-F238E27FC236}">
                <a16:creationId xmlns:a16="http://schemas.microsoft.com/office/drawing/2014/main" id="{944F2A20-0829-0F13-2D4C-C59D5212B7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72104" y="4094585"/>
            <a:ext cx="301064" cy="301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4DAD51-509E-F308-6F1B-819DFEBD3BA1}"/>
              </a:ext>
            </a:extLst>
          </p:cNvPr>
          <p:cNvSpPr txBox="1"/>
          <p:nvPr/>
        </p:nvSpPr>
        <p:spPr>
          <a:xfrm>
            <a:off x="114300" y="228600"/>
            <a:ext cx="1070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F3</a:t>
            </a:r>
          </a:p>
          <a:p>
            <a:r>
              <a:rPr lang="en-US" dirty="0"/>
              <a:t>Partial Color</a:t>
            </a:r>
          </a:p>
        </p:txBody>
      </p:sp>
    </p:spTree>
    <p:extLst>
      <p:ext uri="{BB962C8B-B14F-4D97-AF65-F5344CB8AC3E}">
        <p14:creationId xmlns:p14="http://schemas.microsoft.com/office/powerpoint/2010/main" val="203363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D0CC-40CF-6F0A-FACF-68ED856DF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2C3ADA-EB9E-36F6-BE47-069286FF10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720" y="1398984"/>
            <a:ext cx="11816514" cy="39388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6062AD-1728-D5BF-F4A7-A1098F6640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4525" y="1559593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4A062F-DF74-0F1A-8B2F-C4975BE12D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97365" y="1561865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6574F9-08C7-10D4-5499-D48FD4F92F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30201" y="1564137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2E750F-B904-361B-EE71-B7A7555D77E1}"/>
              </a:ext>
            </a:extLst>
          </p:cNvPr>
          <p:cNvSpPr/>
          <p:nvPr/>
        </p:nvSpPr>
        <p:spPr>
          <a:xfrm>
            <a:off x="4359166" y="3290636"/>
            <a:ext cx="130069" cy="1383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Caterpillar with solid fill">
            <a:extLst>
              <a:ext uri="{FF2B5EF4-FFF2-40B4-BE49-F238E27FC236}">
                <a16:creationId xmlns:a16="http://schemas.microsoft.com/office/drawing/2014/main" id="{0E56F6DB-E5DE-D7AF-C26C-DC8844BEF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1680" y="4165123"/>
            <a:ext cx="547638" cy="547638"/>
          </a:xfrm>
          <a:prstGeom prst="rect">
            <a:avLst/>
          </a:prstGeom>
        </p:spPr>
      </p:pic>
      <p:pic>
        <p:nvPicPr>
          <p:cNvPr id="25" name="Graphic 24" descr="Blueberry with solid fill">
            <a:extLst>
              <a:ext uri="{FF2B5EF4-FFF2-40B4-BE49-F238E27FC236}">
                <a16:creationId xmlns:a16="http://schemas.microsoft.com/office/drawing/2014/main" id="{82C62705-B478-EC31-79C7-2574DDC7CD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8458" y="4223572"/>
            <a:ext cx="477672" cy="477672"/>
          </a:xfrm>
          <a:prstGeom prst="rect">
            <a:avLst/>
          </a:prstGeom>
        </p:spPr>
      </p:pic>
      <p:pic>
        <p:nvPicPr>
          <p:cNvPr id="31" name="Graphic 30" descr="Thermometer with solid fill">
            <a:extLst>
              <a:ext uri="{FF2B5EF4-FFF2-40B4-BE49-F238E27FC236}">
                <a16:creationId xmlns:a16="http://schemas.microsoft.com/office/drawing/2014/main" id="{02D8507C-1CB7-0287-DF1D-C426237CF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320" y="4164817"/>
            <a:ext cx="461665" cy="461665"/>
          </a:xfrm>
          <a:prstGeom prst="rect">
            <a:avLst/>
          </a:prstGeom>
        </p:spPr>
      </p:pic>
      <p:pic>
        <p:nvPicPr>
          <p:cNvPr id="32" name="Graphic 31" descr="Thermometer with solid fill">
            <a:extLst>
              <a:ext uri="{FF2B5EF4-FFF2-40B4-BE49-F238E27FC236}">
                <a16:creationId xmlns:a16="http://schemas.microsoft.com/office/drawing/2014/main" id="{51E1DA8D-A450-32E1-0975-8E935C5A0F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6370" y="4187422"/>
            <a:ext cx="461665" cy="461665"/>
          </a:xfrm>
          <a:prstGeom prst="rect">
            <a:avLst/>
          </a:prstGeom>
        </p:spPr>
      </p:pic>
      <p:pic>
        <p:nvPicPr>
          <p:cNvPr id="34" name="Graphic 33" descr="Snowflake with solid fill">
            <a:extLst>
              <a:ext uri="{FF2B5EF4-FFF2-40B4-BE49-F238E27FC236}">
                <a16:creationId xmlns:a16="http://schemas.microsoft.com/office/drawing/2014/main" id="{FA1C7EBE-2AE1-B9BC-7013-354DF59F7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6555" y="4027490"/>
            <a:ext cx="518987" cy="518987"/>
          </a:xfrm>
          <a:prstGeom prst="rect">
            <a:avLst/>
          </a:prstGeom>
        </p:spPr>
      </p:pic>
      <p:pic>
        <p:nvPicPr>
          <p:cNvPr id="36" name="Graphic 35" descr="Fire with solid fill">
            <a:extLst>
              <a:ext uri="{FF2B5EF4-FFF2-40B4-BE49-F238E27FC236}">
                <a16:creationId xmlns:a16="http://schemas.microsoft.com/office/drawing/2014/main" id="{CCFC9232-42FF-A695-D601-B6A24691C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27203" y="4003428"/>
            <a:ext cx="461665" cy="461665"/>
          </a:xfrm>
          <a:prstGeom prst="rect">
            <a:avLst/>
          </a:prstGeom>
        </p:spPr>
      </p:pic>
      <p:pic>
        <p:nvPicPr>
          <p:cNvPr id="3" name="Graphic 2" descr="Forest scene with solid fill">
            <a:extLst>
              <a:ext uri="{FF2B5EF4-FFF2-40B4-BE49-F238E27FC236}">
                <a16:creationId xmlns:a16="http://schemas.microsoft.com/office/drawing/2014/main" id="{711C556B-6ABC-8776-C95B-12D304050E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16505" y="3998828"/>
            <a:ext cx="692975" cy="692975"/>
          </a:xfrm>
          <a:prstGeom prst="rect">
            <a:avLst/>
          </a:prstGeom>
        </p:spPr>
      </p:pic>
      <p:pic>
        <p:nvPicPr>
          <p:cNvPr id="6" name="Graphic 5" descr="Forest scene with solid fill">
            <a:extLst>
              <a:ext uri="{FF2B5EF4-FFF2-40B4-BE49-F238E27FC236}">
                <a16:creationId xmlns:a16="http://schemas.microsoft.com/office/drawing/2014/main" id="{371A3332-17FE-FF45-6CFF-1B879E30F8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4844" y="4337050"/>
            <a:ext cx="345643" cy="345643"/>
          </a:xfrm>
          <a:prstGeom prst="rect">
            <a:avLst/>
          </a:prstGeom>
        </p:spPr>
      </p:pic>
      <p:pic>
        <p:nvPicPr>
          <p:cNvPr id="35" name="Graphic 34" descr="Crops with solid fill">
            <a:extLst>
              <a:ext uri="{FF2B5EF4-FFF2-40B4-BE49-F238E27FC236}">
                <a16:creationId xmlns:a16="http://schemas.microsoft.com/office/drawing/2014/main" id="{55F4466F-E9E2-E9F0-16F6-F64F935B52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55252" y="4330700"/>
            <a:ext cx="347468" cy="347468"/>
          </a:xfrm>
          <a:prstGeom prst="rect">
            <a:avLst/>
          </a:prstGeom>
        </p:spPr>
      </p:pic>
      <p:pic>
        <p:nvPicPr>
          <p:cNvPr id="38" name="Graphic 37" descr="City with solid fill">
            <a:extLst>
              <a:ext uri="{FF2B5EF4-FFF2-40B4-BE49-F238E27FC236}">
                <a16:creationId xmlns:a16="http://schemas.microsoft.com/office/drawing/2014/main" id="{46DF256E-0D4B-CCC7-4FB0-FF8FDCCB0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24636" y="4083075"/>
            <a:ext cx="347468" cy="347468"/>
          </a:xfrm>
          <a:prstGeom prst="rect">
            <a:avLst/>
          </a:prstGeom>
        </p:spPr>
      </p:pic>
      <p:pic>
        <p:nvPicPr>
          <p:cNvPr id="40" name="Graphic 39" descr="Rainforest with solid fill">
            <a:extLst>
              <a:ext uri="{FF2B5EF4-FFF2-40B4-BE49-F238E27FC236}">
                <a16:creationId xmlns:a16="http://schemas.microsoft.com/office/drawing/2014/main" id="{A842228B-7849-6092-0D0C-A05B5DE7A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2104" y="4094585"/>
            <a:ext cx="301064" cy="3010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C848CB-EB9E-E785-BD4C-8B01642F13A3}"/>
              </a:ext>
            </a:extLst>
          </p:cNvPr>
          <p:cNvSpPr txBox="1"/>
          <p:nvPr/>
        </p:nvSpPr>
        <p:spPr>
          <a:xfrm>
            <a:off x="114300" y="228600"/>
            <a:ext cx="4244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F3</a:t>
            </a:r>
          </a:p>
          <a:p>
            <a:r>
              <a:rPr lang="en-US" dirty="0"/>
              <a:t>All</a:t>
            </a:r>
          </a:p>
          <a:p>
            <a:r>
              <a:rPr lang="en-US" dirty="0"/>
              <a:t>Color (this one isn’t as good imo)</a:t>
            </a:r>
          </a:p>
        </p:txBody>
      </p:sp>
    </p:spTree>
    <p:extLst>
      <p:ext uri="{BB962C8B-B14F-4D97-AF65-F5344CB8AC3E}">
        <p14:creationId xmlns:p14="http://schemas.microsoft.com/office/powerpoint/2010/main" val="200072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53FA8F-4D01-0A7C-9619-9F479A778C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E1E98C-83FA-0164-022B-B4947BD73A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85163" y="519545"/>
            <a:ext cx="405245" cy="6016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2782E4-45B3-0C51-3289-0550DB3E08DE}"/>
              </a:ext>
            </a:extLst>
          </p:cNvPr>
          <p:cNvSpPr/>
          <p:nvPr/>
        </p:nvSpPr>
        <p:spPr>
          <a:xfrm>
            <a:off x="2552700" y="114299"/>
            <a:ext cx="405245" cy="2743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C68211-BBF8-471D-DB60-9A59BD9C7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" t="58333" r="95354" b="11768"/>
          <a:stretch>
            <a:fillRect/>
          </a:stretch>
        </p:blipFill>
        <p:spPr>
          <a:xfrm>
            <a:off x="2670461" y="519545"/>
            <a:ext cx="287484" cy="20504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F9DEF5-F28D-767F-46FD-DBDEDBAA780A}"/>
              </a:ext>
            </a:extLst>
          </p:cNvPr>
          <p:cNvSpPr txBox="1"/>
          <p:nvPr/>
        </p:nvSpPr>
        <p:spPr>
          <a:xfrm>
            <a:off x="114300" y="228600"/>
            <a:ext cx="10702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SF1</a:t>
            </a:r>
          </a:p>
          <a:p>
            <a:r>
              <a:rPr lang="en-US" dirty="0"/>
              <a:t>Show Scaled Regional Trend</a:t>
            </a:r>
          </a:p>
        </p:txBody>
      </p:sp>
      <p:pic>
        <p:nvPicPr>
          <p:cNvPr id="4" name="Graphic 3" descr="Thermometer with solid fill">
            <a:extLst>
              <a:ext uri="{FF2B5EF4-FFF2-40B4-BE49-F238E27FC236}">
                <a16:creationId xmlns:a16="http://schemas.microsoft.com/office/drawing/2014/main" id="{E6E10C15-6B1C-D622-EE17-28826542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608" y="2517613"/>
            <a:ext cx="357671" cy="357671"/>
          </a:xfrm>
          <a:prstGeom prst="rect">
            <a:avLst/>
          </a:prstGeom>
        </p:spPr>
      </p:pic>
      <p:pic>
        <p:nvPicPr>
          <p:cNvPr id="9" name="Graphic 8" descr="Thermometer with solid fill">
            <a:extLst>
              <a:ext uri="{FF2B5EF4-FFF2-40B4-BE49-F238E27FC236}">
                <a16:creationId xmlns:a16="http://schemas.microsoft.com/office/drawing/2014/main" id="{EF2B4B10-4A9E-1010-A960-375B09C4C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2778" y="2517613"/>
            <a:ext cx="357671" cy="357671"/>
          </a:xfrm>
          <a:prstGeom prst="rect">
            <a:avLst/>
          </a:prstGeom>
        </p:spPr>
      </p:pic>
      <p:pic>
        <p:nvPicPr>
          <p:cNvPr id="12" name="Graphic 11" descr="Snowflake with solid fill">
            <a:extLst>
              <a:ext uri="{FF2B5EF4-FFF2-40B4-BE49-F238E27FC236}">
                <a16:creationId xmlns:a16="http://schemas.microsoft.com/office/drawing/2014/main" id="{F463658C-D7C9-F546-80B9-25F336D56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9843" y="2393198"/>
            <a:ext cx="402081" cy="402081"/>
          </a:xfrm>
          <a:prstGeom prst="rect">
            <a:avLst/>
          </a:prstGeom>
        </p:spPr>
      </p:pic>
      <p:pic>
        <p:nvPicPr>
          <p:cNvPr id="14" name="Graphic 13" descr="Fire with solid fill">
            <a:extLst>
              <a:ext uri="{FF2B5EF4-FFF2-40B4-BE49-F238E27FC236}">
                <a16:creationId xmlns:a16="http://schemas.microsoft.com/office/drawing/2014/main" id="{E7460522-C5EF-B4E4-CAFE-3740B9638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3611" y="2333619"/>
            <a:ext cx="357671" cy="357671"/>
          </a:xfrm>
          <a:prstGeom prst="rect">
            <a:avLst/>
          </a:prstGeom>
        </p:spPr>
      </p:pic>
      <p:pic>
        <p:nvPicPr>
          <p:cNvPr id="18" name="Graphic 17" descr="Forest scene with solid fill">
            <a:extLst>
              <a:ext uri="{FF2B5EF4-FFF2-40B4-BE49-F238E27FC236}">
                <a16:creationId xmlns:a16="http://schemas.microsoft.com/office/drawing/2014/main" id="{A3395A0A-A125-2DF0-437B-51431F1C5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00855" y="2323998"/>
            <a:ext cx="582886" cy="582886"/>
          </a:xfrm>
          <a:prstGeom prst="rect">
            <a:avLst/>
          </a:prstGeom>
        </p:spPr>
      </p:pic>
      <p:pic>
        <p:nvPicPr>
          <p:cNvPr id="20" name="Graphic 19" descr="Forest scene with solid fill">
            <a:extLst>
              <a:ext uri="{FF2B5EF4-FFF2-40B4-BE49-F238E27FC236}">
                <a16:creationId xmlns:a16="http://schemas.microsoft.com/office/drawing/2014/main" id="{E29A7E9A-4B07-E26C-3558-B6EEE5F304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81540" y="2571246"/>
            <a:ext cx="308564" cy="308564"/>
          </a:xfrm>
          <a:prstGeom prst="rect">
            <a:avLst/>
          </a:prstGeom>
        </p:spPr>
      </p:pic>
      <p:pic>
        <p:nvPicPr>
          <p:cNvPr id="22" name="Graphic 21" descr="Crops with solid fill">
            <a:extLst>
              <a:ext uri="{FF2B5EF4-FFF2-40B4-BE49-F238E27FC236}">
                <a16:creationId xmlns:a16="http://schemas.microsoft.com/office/drawing/2014/main" id="{E326474E-DB66-F318-5987-3418F1988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1948" y="2565090"/>
            <a:ext cx="310193" cy="310193"/>
          </a:xfrm>
          <a:prstGeom prst="rect">
            <a:avLst/>
          </a:prstGeom>
        </p:spPr>
      </p:pic>
      <p:pic>
        <p:nvPicPr>
          <p:cNvPr id="24" name="Graphic 23" descr="City with solid fill">
            <a:extLst>
              <a:ext uri="{FF2B5EF4-FFF2-40B4-BE49-F238E27FC236}">
                <a16:creationId xmlns:a16="http://schemas.microsoft.com/office/drawing/2014/main" id="{4435FF93-04EA-7FEF-8320-C75D6B3012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71332" y="2317465"/>
            <a:ext cx="310193" cy="310193"/>
          </a:xfrm>
          <a:prstGeom prst="rect">
            <a:avLst/>
          </a:prstGeom>
        </p:spPr>
      </p:pic>
      <p:pic>
        <p:nvPicPr>
          <p:cNvPr id="26" name="Graphic 25" descr="Rainforest with solid fill">
            <a:extLst>
              <a:ext uri="{FF2B5EF4-FFF2-40B4-BE49-F238E27FC236}">
                <a16:creationId xmlns:a16="http://schemas.microsoft.com/office/drawing/2014/main" id="{B9DB83BA-4270-9ED6-D151-A1D136C7AD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18800" y="2323997"/>
            <a:ext cx="268767" cy="268767"/>
          </a:xfrm>
          <a:prstGeom prst="rect">
            <a:avLst/>
          </a:prstGeom>
        </p:spPr>
      </p:pic>
      <p:pic>
        <p:nvPicPr>
          <p:cNvPr id="28" name="Graphic 27" descr="Caterpillar with solid fill">
            <a:extLst>
              <a:ext uri="{FF2B5EF4-FFF2-40B4-BE49-F238E27FC236}">
                <a16:creationId xmlns:a16="http://schemas.microsoft.com/office/drawing/2014/main" id="{4F5DBFC1-705F-7EDE-A650-2F34B52D6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47826" y="5909303"/>
            <a:ext cx="405245" cy="405245"/>
          </a:xfrm>
          <a:prstGeom prst="rect">
            <a:avLst/>
          </a:prstGeom>
        </p:spPr>
      </p:pic>
      <p:pic>
        <p:nvPicPr>
          <p:cNvPr id="30" name="Graphic 29" descr="Blueberry with solid fill">
            <a:extLst>
              <a:ext uri="{FF2B5EF4-FFF2-40B4-BE49-F238E27FC236}">
                <a16:creationId xmlns:a16="http://schemas.microsoft.com/office/drawing/2014/main" id="{1B30F1F0-5332-3681-5B6D-AAF90D08FB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83608" y="5961077"/>
            <a:ext cx="353471" cy="35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023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11D80-9C35-3F9E-5E06-2C18B64E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EA18C7-8481-368A-BC8E-4EAC020B9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DF2092-2CDC-E2D6-ED59-BCAE88DA7AD2}"/>
              </a:ext>
            </a:extLst>
          </p:cNvPr>
          <p:cNvSpPr/>
          <p:nvPr/>
        </p:nvSpPr>
        <p:spPr>
          <a:xfrm>
            <a:off x="5985163" y="519545"/>
            <a:ext cx="405245" cy="6016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7A9A83-F98F-9B09-81B6-C3767F37EA30}"/>
              </a:ext>
            </a:extLst>
          </p:cNvPr>
          <p:cNvSpPr/>
          <p:nvPr/>
        </p:nvSpPr>
        <p:spPr>
          <a:xfrm>
            <a:off x="2552700" y="114299"/>
            <a:ext cx="405245" cy="2743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C70BDB-FF8A-8FB2-77EF-52FA71B88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" t="58333" r="95354" b="11768"/>
          <a:stretch>
            <a:fillRect/>
          </a:stretch>
        </p:blipFill>
        <p:spPr>
          <a:xfrm>
            <a:off x="2670461" y="519545"/>
            <a:ext cx="287484" cy="20504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80F5CA-58E8-8325-CAA4-6F58C4B14C5E}"/>
              </a:ext>
            </a:extLst>
          </p:cNvPr>
          <p:cNvSpPr txBox="1"/>
          <p:nvPr/>
        </p:nvSpPr>
        <p:spPr>
          <a:xfrm>
            <a:off x="114300" y="228600"/>
            <a:ext cx="114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SF3</a:t>
            </a:r>
          </a:p>
          <a:p>
            <a:r>
              <a:rPr lang="en-US" dirty="0"/>
              <a:t>Bobwhite</a:t>
            </a:r>
          </a:p>
          <a:p>
            <a:r>
              <a:rPr lang="en-US" dirty="0"/>
              <a:t>Model</a:t>
            </a:r>
          </a:p>
          <a:p>
            <a:r>
              <a:rPr lang="en-US" dirty="0"/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346171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0D1B8-6604-F374-3574-3761BBE5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E1A7C-28F8-A552-8881-F1A620CCB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B6F819-F465-0917-E668-A398FD637C3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9" t="27752" r="52940" b="20620"/>
          <a:stretch>
            <a:fillRect/>
          </a:stretch>
        </p:blipFill>
        <p:spPr>
          <a:xfrm>
            <a:off x="9263529" y="5014128"/>
            <a:ext cx="151776" cy="381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CFA825-F09A-7062-A332-3E9ADD2C23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9" t="27752" r="52940" b="20620"/>
          <a:stretch>
            <a:fillRect/>
          </a:stretch>
        </p:blipFill>
        <p:spPr>
          <a:xfrm>
            <a:off x="9263529" y="1584275"/>
            <a:ext cx="151776" cy="3813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A41ACD-C43A-9FFC-5499-1F1608772015}"/>
              </a:ext>
            </a:extLst>
          </p:cNvPr>
          <p:cNvSpPr txBox="1"/>
          <p:nvPr/>
        </p:nvSpPr>
        <p:spPr>
          <a:xfrm>
            <a:off x="114300" y="228600"/>
            <a:ext cx="1070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F1 Colorful Labels</a:t>
            </a:r>
          </a:p>
        </p:txBody>
      </p:sp>
    </p:spTree>
    <p:extLst>
      <p:ext uri="{BB962C8B-B14F-4D97-AF65-F5344CB8AC3E}">
        <p14:creationId xmlns:p14="http://schemas.microsoft.com/office/powerpoint/2010/main" val="229475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3F464-9B07-23B3-99C4-6A25CADB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CCE3D2-A3F1-3867-E3BC-31F2A9E85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8375" y="0"/>
            <a:ext cx="771525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987469-563E-7132-4E4B-E0E6ADC047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9" t="27752" r="52940" b="20620"/>
          <a:stretch>
            <a:fillRect/>
          </a:stretch>
        </p:blipFill>
        <p:spPr>
          <a:xfrm>
            <a:off x="9263529" y="5014128"/>
            <a:ext cx="151776" cy="381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A8705A-1665-D8CB-C64D-DD06E401B4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9" t="27752" r="52940" b="20620"/>
          <a:stretch>
            <a:fillRect/>
          </a:stretch>
        </p:blipFill>
        <p:spPr>
          <a:xfrm>
            <a:off x="9263529" y="1584275"/>
            <a:ext cx="151776" cy="3813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32DE9E-811C-974F-6C18-854F2C0E2482}"/>
              </a:ext>
            </a:extLst>
          </p:cNvPr>
          <p:cNvSpPr txBox="1"/>
          <p:nvPr/>
        </p:nvSpPr>
        <p:spPr>
          <a:xfrm>
            <a:off x="114300" y="228600"/>
            <a:ext cx="1070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F1 </a:t>
            </a:r>
          </a:p>
          <a:p>
            <a:r>
              <a:rPr lang="en-US" dirty="0"/>
              <a:t>Black Labels</a:t>
            </a:r>
          </a:p>
        </p:txBody>
      </p:sp>
    </p:spTree>
    <p:extLst>
      <p:ext uri="{BB962C8B-B14F-4D97-AF65-F5344CB8AC3E}">
        <p14:creationId xmlns:p14="http://schemas.microsoft.com/office/powerpoint/2010/main" val="410244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41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Goulden, Ivara </dc:creator>
  <cp:lastModifiedBy>Goulden, Ivara </cp:lastModifiedBy>
  <cp:revision>40</cp:revision>
  <dcterms:created xsi:type="dcterms:W3CDTF">2026-06-16T18:04:46Z</dcterms:created>
  <dcterms:modified xsi:type="dcterms:W3CDTF">2026-07-16T16:37:20Z</dcterms:modified>
</cp:coreProperties>
</file>