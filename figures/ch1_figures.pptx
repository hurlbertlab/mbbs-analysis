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20" y="1398984"/>
            <a:ext cx="11816515" cy="39388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B3B78F-717D-9F3A-650C-302735D40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6" r="67627"/>
          <a:stretch>
            <a:fillRect/>
          </a:stretch>
        </p:blipFill>
        <p:spPr>
          <a:xfrm>
            <a:off x="4429579" y="1398983"/>
            <a:ext cx="3508980" cy="3938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915C65E-FCA2-5689-71B8-FFB6B54C2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374" r="-3492"/>
          <a:stretch>
            <a:fillRect/>
          </a:stretch>
        </p:blipFill>
        <p:spPr>
          <a:xfrm>
            <a:off x="510175" y="1398984"/>
            <a:ext cx="4031501" cy="3938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FC5159-39B3-15DB-D255-04AEF7AD3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35" r="31981"/>
          <a:stretch>
            <a:fillRect/>
          </a:stretch>
        </p:blipFill>
        <p:spPr>
          <a:xfrm>
            <a:off x="8369224" y="1398983"/>
            <a:ext cx="3779400" cy="39388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9B6EF99-B3B3-576D-591A-B44B58CB55EE}"/>
              </a:ext>
            </a:extLst>
          </p:cNvPr>
          <p:cNvSpPr/>
          <p:nvPr/>
        </p:nvSpPr>
        <p:spPr>
          <a:xfrm>
            <a:off x="185486" y="1792705"/>
            <a:ext cx="311819" cy="29958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E39875-2E3C-E455-7C9C-5D08E7B38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7361"/>
          <a:stretch>
            <a:fillRect/>
          </a:stretch>
        </p:blipFill>
        <p:spPr>
          <a:xfrm>
            <a:off x="125830" y="1359569"/>
            <a:ext cx="311819" cy="39388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CA5E7D-88D2-0D4C-910B-070332234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65" t="76722" r="30809" b="725"/>
          <a:stretch>
            <a:fillRect/>
          </a:stretch>
        </p:blipFill>
        <p:spPr>
          <a:xfrm>
            <a:off x="4468997" y="5969669"/>
            <a:ext cx="4162425" cy="8883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6BC8448-7934-D504-ED85-3E54E07E2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7" r="64775"/>
          <a:stretch>
            <a:fillRect/>
          </a:stretch>
        </p:blipFill>
        <p:spPr>
          <a:xfrm>
            <a:off x="497305" y="5969668"/>
            <a:ext cx="4162426" cy="888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F32806-A789-D6FA-9691-75CED68E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4" t="85949" r="87484" b="8858"/>
          <a:stretch>
            <a:fillRect/>
          </a:stretch>
        </p:blipFill>
        <p:spPr>
          <a:xfrm>
            <a:off x="8886891" y="4796451"/>
            <a:ext cx="396040" cy="20453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10A322D-B252-895D-CB90-FA8C6F47400F}"/>
              </a:ext>
            </a:extLst>
          </p:cNvPr>
          <p:cNvGrpSpPr/>
          <p:nvPr/>
        </p:nvGrpSpPr>
        <p:grpSpPr>
          <a:xfrm>
            <a:off x="9207062" y="4791965"/>
            <a:ext cx="553312" cy="204538"/>
            <a:chOff x="5258551" y="4747643"/>
            <a:chExt cx="553312" cy="20453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5F1279E-C360-E6EC-F883-49D81A95B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761" t="86153" r="48967" b="9494"/>
            <a:stretch>
              <a:fillRect/>
            </a:stretch>
          </p:blipFill>
          <p:spPr>
            <a:xfrm>
              <a:off x="5258551" y="4759679"/>
              <a:ext cx="504825" cy="17145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504C0A9-0AD8-BEF1-203F-797491ABA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444" t="85936" r="38110" b="8871"/>
            <a:stretch>
              <a:fillRect/>
            </a:stretch>
          </p:blipFill>
          <p:spPr>
            <a:xfrm>
              <a:off x="5522864" y="4747643"/>
              <a:ext cx="288999" cy="204538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3BE1C25-9604-516D-3F88-BBD600036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9" t="86063" r="83718" b="9584"/>
          <a:stretch>
            <a:fillRect/>
          </a:stretch>
        </p:blipFill>
        <p:spPr>
          <a:xfrm>
            <a:off x="9711887" y="4793369"/>
            <a:ext cx="367905" cy="1714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8B67C6-6115-227A-F5E5-30D5EB4B7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2" t="86056" r="80050" b="9592"/>
          <a:stretch>
            <a:fillRect/>
          </a:stretch>
        </p:blipFill>
        <p:spPr>
          <a:xfrm>
            <a:off x="10594506" y="4789976"/>
            <a:ext cx="276266" cy="17145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9C94A9BA-B484-AA01-FA53-E5B97B25E1D3}"/>
              </a:ext>
            </a:extLst>
          </p:cNvPr>
          <p:cNvGrpSpPr/>
          <p:nvPr/>
        </p:nvGrpSpPr>
        <p:grpSpPr>
          <a:xfrm>
            <a:off x="10083036" y="4825604"/>
            <a:ext cx="448248" cy="167535"/>
            <a:chOff x="6162043" y="4769722"/>
            <a:chExt cx="448248" cy="16753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4027440-ACBF-8E04-4EF1-649A38777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881" t="86519" r="38700" b="9228"/>
            <a:stretch>
              <a:fillRect/>
            </a:stretch>
          </p:blipFill>
          <p:spPr>
            <a:xfrm>
              <a:off x="6206254" y="4769722"/>
              <a:ext cx="404037" cy="167535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1704D53-E326-993B-C81D-9754EA8F4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219" t="86710" r="51863" b="10217"/>
            <a:stretch>
              <a:fillRect/>
            </a:stretch>
          </p:blipFill>
          <p:spPr>
            <a:xfrm>
              <a:off x="6162043" y="4769723"/>
              <a:ext cx="108399" cy="121091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664961B-E9FA-3FBA-FB41-A2248F87C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32" t="86428" r="74514" b="8708"/>
          <a:stretch>
            <a:fillRect/>
          </a:stretch>
        </p:blipFill>
        <p:spPr>
          <a:xfrm>
            <a:off x="11287110" y="4801130"/>
            <a:ext cx="573601" cy="19158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/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/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/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54B883-4B13-D289-ADD1-032391EA0A5B}"/>
              </a:ext>
            </a:extLst>
          </p:cNvPr>
          <p:cNvGrpSpPr/>
          <p:nvPr/>
        </p:nvGrpSpPr>
        <p:grpSpPr>
          <a:xfrm>
            <a:off x="1032696" y="4264348"/>
            <a:ext cx="1828800" cy="358072"/>
            <a:chOff x="8843624" y="4201286"/>
            <a:chExt cx="1828800" cy="35807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3966B41-D9ED-6764-BB2D-8847DF74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05" r="38517"/>
            <a:stretch>
              <a:fillRect/>
            </a:stretch>
          </p:blipFill>
          <p:spPr>
            <a:xfrm rot="16200000">
              <a:off x="9538696" y="3893923"/>
              <a:ext cx="170494" cy="1160376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34A391B-16C4-3D8E-B38A-AC53C8B78F3B}"/>
                </a:ext>
              </a:extLst>
            </p:cNvPr>
            <p:cNvSpPr txBox="1"/>
            <p:nvPr/>
          </p:nvSpPr>
          <p:spPr>
            <a:xfrm>
              <a:off x="97580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warmer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3105D28-3712-BDD1-C547-D0980DBCA1D8}"/>
                </a:ext>
              </a:extLst>
            </p:cNvPr>
            <p:cNvSpPr txBox="1"/>
            <p:nvPr/>
          </p:nvSpPr>
          <p:spPr>
            <a:xfrm>
              <a:off x="8843624" y="4201286"/>
              <a:ext cx="9144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anose="020B0604020202020204" pitchFamily="34" charset="0"/>
                  <a:cs typeface="Helvetica" panose="020B0604020202020204" pitchFamily="34" charset="0"/>
                </a:rPr>
                <a:t>NC colder</a:t>
              </a: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7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Roth, Ivara J</cp:lastModifiedBy>
  <cp:revision>11</cp:revision>
  <dcterms:created xsi:type="dcterms:W3CDTF">2026-06-16T18:04:46Z</dcterms:created>
  <dcterms:modified xsi:type="dcterms:W3CDTF">2026-06-17T22:03:05Z</dcterms:modified>
</cp:coreProperties>
</file>