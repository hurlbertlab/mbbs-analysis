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162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3DF4F-6BB0-6D1E-D167-747CDC3FA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40A601-2FA0-4B1A-6F54-D0DCA3EE68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1E37C-C594-AB77-6959-24930269A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CCEE4-E404-41DF-89A3-E64313283A4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B7F16-3DDA-35DA-C4BA-27435F3E8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55D2C-807C-7008-B37C-69E56DDC7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E596-7040-4527-BFD0-9AF097C6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526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97E3-C8FE-52FE-8857-83DEE5DB1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54D41-C03C-C4F3-8703-EBD3E3EA0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02F29-65FB-29A8-DF28-B55A07791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CCEE4-E404-41DF-89A3-E64313283A4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00EE8-8118-2C3C-9A07-B8D0C303C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384E9-BBA4-3FF7-B9CE-33915CFD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E596-7040-4527-BFD0-9AF097C6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89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ABB9E-DC0D-C47E-5A59-16825D8CE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A8E8D-C56A-8BD8-8C1F-334627B16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DD801-5F91-CC3D-2A2E-9EC9322C9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CCEE4-E404-41DF-89A3-E64313283A4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08660-3D73-93B1-00F5-E6C84E885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A03EE-6D42-2448-A0B1-2C627AEB8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E596-7040-4527-BFD0-9AF097C6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179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83DE7-F0CE-0E32-6CF8-DF5D42F65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28862-5B23-2D83-A08A-BE770B8BA2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42A5D-675E-C2A3-A549-E39F73A1B3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CC23ED-9A37-5046-26EE-D53A39956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CCEE4-E404-41DF-89A3-E64313283A4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623A17-39F9-92EF-0FC1-42ECDEEDD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75B1D-9F79-A9DA-510A-8078A8C92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E596-7040-4527-BFD0-9AF097C6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776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95755-F60E-A974-27D7-FEE3EF999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56310-3F0E-6E83-9BD5-4BE7B4CB2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ECC696-B031-D29A-09B1-62E500C7E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D59DA6-CD4D-590D-D77B-19531D26B5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93A2A1-646D-D4A4-32C1-E86B1D9620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128269-6EF3-52AE-0051-690C9AA2E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CCEE4-E404-41DF-89A3-E64313283A4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A5DBBE-0D10-8250-DA68-8FC276F68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069D34-8C81-A8BD-9EA2-7C9E20FD5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E596-7040-4527-BFD0-9AF097C6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016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2679-2FE5-0FA8-C9CF-7EEC915E7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26A946-E500-6C8F-D788-EB85F1F93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CCEE4-E404-41DF-89A3-E64313283A4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08CBAC-41D7-3AD7-D675-18C321B7F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A1DC3E-EAD7-4328-3C10-3FBAE6E0E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E596-7040-4527-BFD0-9AF097C6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498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6118AE-A5AA-537F-25DA-723F3BF88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CCEE4-E404-41DF-89A3-E64313283A4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7EA35E-2C99-CBF8-84D4-836E24853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8AC31-F140-12A6-7FD4-EF40FC4F0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E596-7040-4527-BFD0-9AF097C6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61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494DD-56F4-C633-C9A6-710538216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5F252-4376-EF00-1D4B-EEF65B572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92875F-38A2-03D1-A9C4-2B0788A6B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1C67B-B951-729D-56AA-8F91C5256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CCEE4-E404-41DF-89A3-E64313283A4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CB23F0-00F9-9137-4F11-A69D7783A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BFBA3-B584-2395-5D87-19C35D40B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E596-7040-4527-BFD0-9AF097C6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88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CF238-A1DA-2A50-8CF0-61E983233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BC4334-38DB-56ED-D763-484D1DE22F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A8685C-665A-B074-CFBE-537CD198C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87FDE-11D6-BB68-21FE-865BEC453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CCEE4-E404-41DF-89A3-E64313283A4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78E3C-65A3-6937-06C1-86F8885D6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3AAC3-8C9E-5CA6-4FEC-FCE4C59F2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E596-7040-4527-BFD0-9AF097C6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958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4680F-B5A2-E143-FC4F-35EDAA9A3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4F2A85-E216-CE1F-2AC5-77DAFF7A8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135AB-B970-49B9-A855-7EDC6CBD9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CCEE4-E404-41DF-89A3-E64313283A4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CC98E-7661-A486-FF38-A31E59E4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91E5D-A4FA-41DE-A884-FBE0BFCCD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E596-7040-4527-BFD0-9AF097C6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874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64E4FF-4AE8-CA21-D58A-38B759198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E453A9-230C-7ABC-F381-5C09221A71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314C9-AB95-EEA0-3D02-2C27FDAE9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CCEE4-E404-41DF-89A3-E64313283A4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861EE-A2ED-3E30-20BF-E0B7F8F76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1F4D0-E5DB-8B71-F633-0B8D8C062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E596-7040-4527-BFD0-9AF097C6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8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E17BF2-D980-DFBE-5F81-957555F98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7E263-FEB3-15FC-C094-8D79CFA62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EB32B-C675-D0C9-2889-A5D1CFB03E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ECCEE4-E404-41DF-89A3-E64313283A4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05245-AC03-F559-778F-81DE26C891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ACABB-F03F-491D-B0C7-E679C9E3A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28E596-7040-4527-BFD0-9AF097C69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1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4C2831-F414-94BA-31E7-62CDCAFC7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86" y="1359569"/>
            <a:ext cx="11816515" cy="39388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9B6EF99-B3B3-576D-591A-B44B58CB55EE}"/>
              </a:ext>
            </a:extLst>
          </p:cNvPr>
          <p:cNvSpPr/>
          <p:nvPr/>
        </p:nvSpPr>
        <p:spPr>
          <a:xfrm>
            <a:off x="185486" y="1792705"/>
            <a:ext cx="311819" cy="2995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E39875-2E3C-E455-7C9C-5D08E7B38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361"/>
          <a:stretch>
            <a:fillRect/>
          </a:stretch>
        </p:blipFill>
        <p:spPr>
          <a:xfrm>
            <a:off x="125830" y="1359569"/>
            <a:ext cx="311819" cy="39388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F32806-A789-D6FA-9691-75CED68EA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64" t="85949" r="87484" b="8858"/>
          <a:stretch>
            <a:fillRect/>
          </a:stretch>
        </p:blipFill>
        <p:spPr>
          <a:xfrm>
            <a:off x="4958015" y="4748452"/>
            <a:ext cx="396040" cy="2045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CA5E7D-88D2-0D4C-910B-070332234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65" t="76722" r="30809" b="725"/>
          <a:stretch>
            <a:fillRect/>
          </a:stretch>
        </p:blipFill>
        <p:spPr>
          <a:xfrm>
            <a:off x="4468997" y="5969669"/>
            <a:ext cx="4162425" cy="888331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10A322D-B252-895D-CB90-FA8C6F47400F}"/>
              </a:ext>
            </a:extLst>
          </p:cNvPr>
          <p:cNvGrpSpPr/>
          <p:nvPr/>
        </p:nvGrpSpPr>
        <p:grpSpPr>
          <a:xfrm>
            <a:off x="5278186" y="4751849"/>
            <a:ext cx="553312" cy="204538"/>
            <a:chOff x="5258551" y="4747643"/>
            <a:chExt cx="553312" cy="20453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5F1279E-C360-E6EC-F883-49D81A95B0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761" t="86153" r="48967" b="9494"/>
            <a:stretch>
              <a:fillRect/>
            </a:stretch>
          </p:blipFill>
          <p:spPr>
            <a:xfrm>
              <a:off x="5258551" y="4759679"/>
              <a:ext cx="504825" cy="17145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504C0A9-0AD8-BEF1-203F-797491ABA1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444" t="85936" r="38110" b="8871"/>
            <a:stretch>
              <a:fillRect/>
            </a:stretch>
          </p:blipFill>
          <p:spPr>
            <a:xfrm>
              <a:off x="5522864" y="4747643"/>
              <a:ext cx="288999" cy="204538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06BC8448-7934-D504-ED85-3E54E07E26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447" r="64775"/>
          <a:stretch>
            <a:fillRect/>
          </a:stretch>
        </p:blipFill>
        <p:spPr>
          <a:xfrm>
            <a:off x="497305" y="5969668"/>
            <a:ext cx="4162426" cy="88833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3BE1C25-9604-516D-3F88-BBD600036B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69" t="86063" r="83718" b="9584"/>
          <a:stretch>
            <a:fillRect/>
          </a:stretch>
        </p:blipFill>
        <p:spPr>
          <a:xfrm>
            <a:off x="5783011" y="4753253"/>
            <a:ext cx="367905" cy="17145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08B67C6-6115-227A-F5E5-30D5EB4B7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2" t="86056" r="80050" b="9592"/>
          <a:stretch>
            <a:fillRect/>
          </a:stretch>
        </p:blipFill>
        <p:spPr>
          <a:xfrm>
            <a:off x="6665630" y="4749860"/>
            <a:ext cx="276266" cy="17145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9C94A9BA-B484-AA01-FA53-E5B97B25E1D3}"/>
              </a:ext>
            </a:extLst>
          </p:cNvPr>
          <p:cNvGrpSpPr/>
          <p:nvPr/>
        </p:nvGrpSpPr>
        <p:grpSpPr>
          <a:xfrm>
            <a:off x="6162043" y="4769722"/>
            <a:ext cx="448248" cy="167535"/>
            <a:chOff x="6162043" y="4769722"/>
            <a:chExt cx="448248" cy="16753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4027440-ACBF-8E04-4EF1-649A38777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881" t="86519" r="38700" b="9228"/>
            <a:stretch>
              <a:fillRect/>
            </a:stretch>
          </p:blipFill>
          <p:spPr>
            <a:xfrm>
              <a:off x="6206254" y="4769722"/>
              <a:ext cx="404037" cy="167535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1704D53-E326-993B-C81D-9754EA8F44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219" t="86710" r="51863" b="10217"/>
            <a:stretch>
              <a:fillRect/>
            </a:stretch>
          </p:blipFill>
          <p:spPr>
            <a:xfrm>
              <a:off x="6162043" y="4769723"/>
              <a:ext cx="108399" cy="121091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C664961B-E9FA-3FBA-FB41-A2248F87C2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2" t="86428" r="74514" b="8708"/>
          <a:stretch>
            <a:fillRect/>
          </a:stretch>
        </p:blipFill>
        <p:spPr>
          <a:xfrm>
            <a:off x="7358234" y="4761014"/>
            <a:ext cx="573601" cy="19158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7BEEC61-A021-B221-438C-39B11CC00509}"/>
              </a:ext>
            </a:extLst>
          </p:cNvPr>
          <p:cNvSpPr txBox="1"/>
          <p:nvPr/>
        </p:nvSpPr>
        <p:spPr>
          <a:xfrm>
            <a:off x="1064525" y="1559593"/>
            <a:ext cx="477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D6B0BF-E79B-551B-A87B-4BFFCD9EE65A}"/>
              </a:ext>
            </a:extLst>
          </p:cNvPr>
          <p:cNvSpPr txBox="1"/>
          <p:nvPr/>
        </p:nvSpPr>
        <p:spPr>
          <a:xfrm>
            <a:off x="4997365" y="1561865"/>
            <a:ext cx="477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91E3A7-5CFB-C5BD-040F-B49A32A45398}"/>
              </a:ext>
            </a:extLst>
          </p:cNvPr>
          <p:cNvSpPr txBox="1"/>
          <p:nvPr/>
        </p:nvSpPr>
        <p:spPr>
          <a:xfrm>
            <a:off x="8930201" y="1564137"/>
            <a:ext cx="477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3966B41-D9ED-6764-BB2D-8847DF7475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05" r="38517"/>
          <a:stretch>
            <a:fillRect/>
          </a:stretch>
        </p:blipFill>
        <p:spPr>
          <a:xfrm rot="16200000">
            <a:off x="9538696" y="3893923"/>
            <a:ext cx="170494" cy="1160376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34A391B-16C4-3D8E-B38A-AC53C8B78F3B}"/>
              </a:ext>
            </a:extLst>
          </p:cNvPr>
          <p:cNvSpPr txBox="1"/>
          <p:nvPr/>
        </p:nvSpPr>
        <p:spPr>
          <a:xfrm>
            <a:off x="9758024" y="4201286"/>
            <a:ext cx="914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Helvetica" panose="020B0604020202020204" pitchFamily="34" charset="0"/>
                <a:cs typeface="Helvetica" panose="020B0604020202020204" pitchFamily="34" charset="0"/>
              </a:rPr>
              <a:t>NC warmer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105D28-3712-BDD1-C547-D0980DBCA1D8}"/>
              </a:ext>
            </a:extLst>
          </p:cNvPr>
          <p:cNvSpPr txBox="1"/>
          <p:nvPr/>
        </p:nvSpPr>
        <p:spPr>
          <a:xfrm>
            <a:off x="8843624" y="4201286"/>
            <a:ext cx="914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Helvetica" panose="020B0604020202020204" pitchFamily="34" charset="0"/>
                <a:cs typeface="Helvetica" panose="020B0604020202020204" pitchFamily="34" charset="0"/>
              </a:rPr>
              <a:t>NC colder</a:t>
            </a:r>
          </a:p>
        </p:txBody>
      </p:sp>
    </p:spTree>
    <p:extLst>
      <p:ext uri="{BB962C8B-B14F-4D97-AF65-F5344CB8AC3E}">
        <p14:creationId xmlns:p14="http://schemas.microsoft.com/office/powerpoint/2010/main" val="2817225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7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Goulden, Ivara </dc:creator>
  <cp:lastModifiedBy>Goulden, Ivara </cp:lastModifiedBy>
  <cp:revision>8</cp:revision>
  <dcterms:created xsi:type="dcterms:W3CDTF">2026-06-16T18:04:46Z</dcterms:created>
  <dcterms:modified xsi:type="dcterms:W3CDTF">2026-06-16T20:57:09Z</dcterms:modified>
</cp:coreProperties>
</file>