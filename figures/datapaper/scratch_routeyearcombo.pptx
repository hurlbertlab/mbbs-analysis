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80" d="100"/>
          <a:sy n="80" d="100"/>
        </p:scale>
        <p:origin x="354" y="4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713BEF-EAC5-D20C-55DC-26BE1128DA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57DC524-CB79-8F6B-DA0A-BC82DFCE771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1BEDB1-950A-58C5-5059-5DD2B243D8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AC27E-A09F-42ED-BD9F-2DE2B5FBE76A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C13B05-6E10-3167-F0DE-2C476AD61E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57293C-8621-6C71-4A88-C5406F6EAF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D7A696-40D0-4B7F-A414-DD64466CA7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63354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CA27B2-AAAA-284E-9AB9-DF84C2EE7D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B23AC6-1039-AF38-840D-AC02AA500E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16DA43-0A34-3F40-9764-EAF6C3B650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AC27E-A09F-42ED-BD9F-2DE2B5FBE76A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D340EA-094E-049B-0323-72170E6FE9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A493CB-F1A2-4829-A815-8DEE778E42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D7A696-40D0-4B7F-A414-DD64466CA7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81556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49659F-BCDB-3551-D7A9-8F576F24A5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7EF4480-6F48-18C8-315D-61AA65798F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E648B4-574C-2199-34EF-54AEF96295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AC27E-A09F-42ED-BD9F-2DE2B5FBE76A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9A2C9F-1EB0-C871-1830-1A3473AB26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990121-104E-620A-24C8-D2DE1AC94E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D7A696-40D0-4B7F-A414-DD64466CA7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22428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FA7AE2-F038-DEEA-21E0-1C42565421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6BB443-B9D6-5A51-129B-F5E9708AFBF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35247A5-DE91-E230-B782-ECE7A4EB5F8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D2F9294-C9A6-D330-3DFB-3692E07836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AC27E-A09F-42ED-BD9F-2DE2B5FBE76A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29E67D5-8E92-A79F-23AD-622FE6D7F9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F13C7E1-E2BB-76C6-426E-9358FFB36F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D7A696-40D0-4B7F-A414-DD64466CA7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98515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81BEAA-1DAC-71B7-DBDA-090FAC0040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29EC47B-8AB3-EB80-C464-8F0FE68E31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6051603-891B-DF71-8F4E-CEF4C50ECB5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9B5D007-6ECD-89DA-5860-C095B82F9E0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9D7F6F3-2CDB-D3A7-45C1-6127E583A31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75905A1-CA52-9E22-4F63-E3FE41A563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AC27E-A09F-42ED-BD9F-2DE2B5FBE76A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2D543A3-742D-2200-A2F2-FEEB22C7C3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C022B4A-8DF5-AF23-F6FD-D16D1F18E2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D7A696-40D0-4B7F-A414-DD64466CA7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34489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F9D245-B42A-3683-D48A-CED503EFB5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31CB43C-791D-677A-60F7-E8819230D8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AC27E-A09F-42ED-BD9F-2DE2B5FBE76A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9300049-813F-8839-4AC5-FCBA7911EB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DF47741-DF04-A757-D350-A404A71024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D7A696-40D0-4B7F-A414-DD64466CA7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72769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60ED613-A198-461B-6C95-DDC56D91EA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AC27E-A09F-42ED-BD9F-2DE2B5FBE76A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66E752C-BE59-697A-0A6E-698A312EA4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0C4091-CD0C-8D87-F7F9-7F4D2FF9BD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D7A696-40D0-4B7F-A414-DD64466CA7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21997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625327-8A07-39C2-7EEC-A7766732E1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65F932-74EC-DCE0-A7CC-ED8655D558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6AC4541-7730-5989-526B-EB416493C4F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754DE96-82CD-D1F0-C20E-609CBD71D1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AC27E-A09F-42ED-BD9F-2DE2B5FBE76A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9B62CEF-8FDB-3525-667B-DB3EC6E8FA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BDF6ADC-AD93-3B20-A920-6202A3124B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D7A696-40D0-4B7F-A414-DD64466CA7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36274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043D9B-07E8-A646-4DB7-49BB9881B5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0C6D37F-A298-74A6-7CD7-5413CD6E37A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DD05A93-20C3-2D12-3C34-B6C809C6786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D343B3-0021-40A6-BEE0-5C8951E6EA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AC27E-A09F-42ED-BD9F-2DE2B5FBE76A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44BCFAC-B279-4153-07C9-1A6BEDDD0D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20258D-B1B8-251A-A805-92D84F11D4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D7A696-40D0-4B7F-A414-DD64466CA7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65351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518B23-AA90-4ECC-88B6-7D9FBD62C2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500A886-AD50-6F0F-535C-3F8325B4F6E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60F446-0B53-E4F6-47CD-D70A789693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AC27E-A09F-42ED-BD9F-2DE2B5FBE76A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EBB00F-B43F-0616-061D-1250D4A1DF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852C5A-D3FA-26E8-2C2E-5DBFB10A32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D7A696-40D0-4B7F-A414-DD64466CA7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74836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4BBD44E-A84D-70C1-6D80-7F4E548718E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12C7B1C-367A-1C07-12CE-65BD8E3A44D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2FC851-5E46-3BB6-2171-45E0F4A251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AC27E-A09F-42ED-BD9F-2DE2B5FBE76A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F30AA0-49EA-79C6-94A8-B9E5DC775E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888438-840D-61D3-F87D-D9257C0654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D7A696-40D0-4B7F-A414-DD64466CA7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7632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50166B0-E7CB-1401-9905-9E705D0EFE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2F5EFE7-21A2-2A87-E88E-A0544EF83D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122830-9445-373F-80F4-27F6A0B9E72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3CAC27E-A09F-42ED-BD9F-2DE2B5FBE76A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91F166-3933-68CA-0135-A5CA8878839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EC48AA-3EB1-8980-1428-5F70A83D6BF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AD7A696-40D0-4B7F-A414-DD64466CA7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65380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image" Target="../media/image6.emf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98314B1-6978-E834-0BD2-2EE2E918BF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22" b="4276"/>
          <a:stretch>
            <a:fillRect/>
          </a:stretch>
        </p:blipFill>
        <p:spPr>
          <a:xfrm>
            <a:off x="5268332" y="1374793"/>
            <a:ext cx="5029201" cy="483236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1176FFE-3251-7EEC-2C21-A1EEBC50CE1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755" t="10862" r="68868" b="73289"/>
          <a:stretch>
            <a:fillRect/>
          </a:stretch>
        </p:blipFill>
        <p:spPr>
          <a:xfrm>
            <a:off x="4229100" y="1643743"/>
            <a:ext cx="1028700" cy="800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065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8968413-F466-57FD-67F2-80B5825721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22" b="4276"/>
          <a:stretch>
            <a:fillRect/>
          </a:stretch>
        </p:blipFill>
        <p:spPr>
          <a:xfrm>
            <a:off x="5268332" y="1374793"/>
            <a:ext cx="5029201" cy="4832369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D49CCF5-BA0C-63D1-22A2-8BD010389E0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1182" y="1374793"/>
            <a:ext cx="5143500" cy="504825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BD4B2338-5A8C-5E76-7DF8-4F48845E01D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755" t="10862" r="68868" b="73289"/>
          <a:stretch>
            <a:fillRect/>
          </a:stretch>
        </p:blipFill>
        <p:spPr>
          <a:xfrm>
            <a:off x="4229100" y="1643743"/>
            <a:ext cx="1028700" cy="80010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163768FB-D202-05A6-0ECB-D6843DCEDE6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547" t="10360" r="66395" b="76264"/>
          <a:stretch>
            <a:fillRect/>
          </a:stretch>
        </p:blipFill>
        <p:spPr>
          <a:xfrm>
            <a:off x="3996690" y="1643743"/>
            <a:ext cx="1214492" cy="675258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9329D204-D917-5EF4-1505-98BF9739779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415" t="9308" r="62679" b="67208"/>
          <a:stretch>
            <a:fillRect/>
          </a:stretch>
        </p:blipFill>
        <p:spPr>
          <a:xfrm>
            <a:off x="3832411" y="1643743"/>
            <a:ext cx="1459230" cy="11855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26046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6B29AED-33F6-8862-CA08-D03D27E93F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6987" y="800100"/>
            <a:ext cx="7058025" cy="5257800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C366AA85-701F-DD92-AD55-D97127272ACD}"/>
              </a:ext>
            </a:extLst>
          </p:cNvPr>
          <p:cNvCxnSpPr>
            <a:cxnSpLocks/>
          </p:cNvCxnSpPr>
          <p:nvPr/>
        </p:nvCxnSpPr>
        <p:spPr>
          <a:xfrm>
            <a:off x="4314825" y="1162050"/>
            <a:ext cx="3543300" cy="0"/>
          </a:xfrm>
          <a:prstGeom prst="line">
            <a:avLst/>
          </a:prstGeom>
          <a:ln w="9525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C92EFB3-481B-1D0E-7F2E-B3B66810FA9E}"/>
              </a:ext>
            </a:extLst>
          </p:cNvPr>
          <p:cNvCxnSpPr>
            <a:cxnSpLocks/>
          </p:cNvCxnSpPr>
          <p:nvPr/>
        </p:nvCxnSpPr>
        <p:spPr>
          <a:xfrm>
            <a:off x="7858125" y="1162050"/>
            <a:ext cx="0" cy="4524375"/>
          </a:xfrm>
          <a:prstGeom prst="line">
            <a:avLst/>
          </a:prstGeom>
          <a:ln w="9525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0E69D264-4C7E-1477-B520-9937B2A464A1}"/>
              </a:ext>
            </a:extLst>
          </p:cNvPr>
          <p:cNvSpPr/>
          <p:nvPr/>
        </p:nvSpPr>
        <p:spPr>
          <a:xfrm>
            <a:off x="3676650" y="5695950"/>
            <a:ext cx="628650" cy="37147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782BB83-9B52-0FD7-F7E1-51BEAE90425F}"/>
              </a:ext>
            </a:extLst>
          </p:cNvPr>
          <p:cNvSpPr/>
          <p:nvPr/>
        </p:nvSpPr>
        <p:spPr>
          <a:xfrm>
            <a:off x="7877176" y="5662610"/>
            <a:ext cx="828673" cy="37147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C2063921-21DD-0E79-DA5D-308D707FEE3B}"/>
              </a:ext>
            </a:extLst>
          </p:cNvPr>
          <p:cNvGrpSpPr/>
          <p:nvPr/>
        </p:nvGrpSpPr>
        <p:grpSpPr>
          <a:xfrm>
            <a:off x="3631468" y="714102"/>
            <a:ext cx="1629820" cy="719871"/>
            <a:chOff x="3762103" y="740229"/>
            <a:chExt cx="1629820" cy="719871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1AC962B9-7C7E-1BE3-0C37-F176F3EDF0CE}"/>
                </a:ext>
              </a:extLst>
            </p:cNvPr>
            <p:cNvSpPr/>
            <p:nvPr/>
          </p:nvSpPr>
          <p:spPr>
            <a:xfrm>
              <a:off x="3781153" y="740229"/>
              <a:ext cx="1610770" cy="719871"/>
            </a:xfrm>
            <a:prstGeom prst="rect">
              <a:avLst/>
            </a:prstGeom>
            <a:solidFill>
              <a:schemeClr val="bg1"/>
            </a:solidFill>
            <a:ln w="952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7D3B141D-936C-6554-C70B-EBE068EB5A6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13765" t="30810" r="7541" b="37142"/>
            <a:stretch>
              <a:fillRect/>
            </a:stretch>
          </p:blipFill>
          <p:spPr>
            <a:xfrm>
              <a:off x="3762103" y="825137"/>
              <a:ext cx="1610771" cy="5961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3178015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293</TotalTime>
  <Words>0</Words>
  <Application>Microsoft Office PowerPoint</Application>
  <PresentationFormat>Widescreen</PresentationFormat>
  <Paragraphs>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Goulden, Ivara </dc:creator>
  <cp:lastModifiedBy>Goulden, Ivara </cp:lastModifiedBy>
  <cp:revision>7</cp:revision>
  <dcterms:created xsi:type="dcterms:W3CDTF">2026-01-21T17:45:16Z</dcterms:created>
  <dcterms:modified xsi:type="dcterms:W3CDTF">2026-06-02T21:42:47Z</dcterms:modified>
</cp:coreProperties>
</file>