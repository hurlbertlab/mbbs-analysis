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0" d="100"/>
          <a:sy n="110" d="100"/>
        </p:scale>
        <p:origin x="-1128" y="-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13BEF-EAC5-D20C-55DC-26BE1128DA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7DC524-CB79-8F6B-DA0A-BC82DFCE7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BEDB1-950A-58C5-5059-5DD2B243D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13B05-6E10-3167-F0DE-2C476AD61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7293C-8621-6C71-4A88-C5406F6EA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335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A27B2-AAAA-284E-9AB9-DF84C2EE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3AC6-1039-AF38-840D-AC02AA50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6DA43-0A34-3F40-9764-EAF6C3B65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D340EA-094E-049B-0323-72170E6FE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493CB-F1A2-4829-A815-8DEE778E4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55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9659F-BCDB-3551-D7A9-8F576F24A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F4480-6F48-18C8-315D-61AA65798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648B4-574C-2199-34EF-54AEF9629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A2C9F-1EB0-C871-1830-1A3473AB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990121-104E-620A-24C8-D2DE1AC94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42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A7AE2-F038-DEEA-21E0-1C4256542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B443-B9D6-5A51-129B-F5E9708AFB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247A5-DE91-E230-B782-ECE7A4EB5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2F9294-C9A6-D330-3DFB-3692E0783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E67D5-8E92-A79F-23AD-622FE6D7F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3C7E1-E2BB-76C6-426E-9358FFB36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85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1BEAA-1DAC-71B7-DBDA-090FAC004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9EC47B-8AB3-EB80-C464-8F0FE68E3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051603-891B-DF71-8F4E-CEF4C50EC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B5D007-6ECD-89DA-5860-C095B82F9E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D7F6F3-2CDB-D3A7-45C1-6127E583A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5905A1-CA52-9E22-4F63-E3FE41A56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D543A3-742D-2200-A2F2-FEEB22C7C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022B4A-8DF5-AF23-F6FD-D16D1F18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48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D245-B42A-3683-D48A-CED503EFB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CB43C-791D-677A-60F7-E8819230D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00049-813F-8839-4AC5-FCBA7911E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F47741-DF04-A757-D350-A404A710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76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ED613-A198-461B-6C95-DDC56D91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6E752C-BE59-697A-0A6E-698A312EA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C4091-CD0C-8D87-F7F9-7F4D2FF9B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99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5327-8A07-39C2-7EEC-A7766732E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5F932-74EC-DCE0-A7CC-ED8655D55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C4541-7730-5989-526B-EB416493C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4DE96-82CD-D1F0-C20E-609CBD71D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62CEF-8FDB-3525-667B-DB3EC6E8F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DF6ADC-AD93-3B20-A920-6202A312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2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43D9B-07E8-A646-4DB7-49BB9881B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C6D37F-A298-74A6-7CD7-5413CD6E3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05A93-20C3-2D12-3C34-B6C809C678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D343B3-0021-40A6-BEE0-5C8951E6E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BCFAC-B279-4153-07C9-1A6BEDDD0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20258D-B1B8-251A-A805-92D84F11D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3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8B23-AA90-4ECC-88B6-7D9FBD62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00A886-AD50-6F0F-535C-3F8325B4F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0F446-0B53-E4F6-47CD-D70A78969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BB00F-B43F-0616-061D-1250D4A1D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52C5A-D3FA-26E8-2C2E-5DBFB10A3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83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BD44E-A84D-70C1-6D80-7F4E548718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7B1C-367A-1C07-12CE-65BD8E3A4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FC851-5E46-3BB6-2171-45E0F4A25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0AA0-49EA-79C6-94A8-B9E5DC775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88438-840D-61D3-F87D-D9257C065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3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0166B0-E7CB-1401-9905-9E705D0EF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5EFE7-21A2-2A87-E88E-A0544EF83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22830-9445-373F-80F4-27F6A0B9E7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AC27E-A09F-42ED-BD9F-2DE2B5FBE76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91F166-3933-68CA-0135-A5CA887883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C48AA-3EB1-8980-1428-5F70A83D6B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8314B1-6978-E834-0BD2-2EE2E918BF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76FFE-3251-7EEC-2C21-A1EEBC50CE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6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2</cp:revision>
  <dcterms:created xsi:type="dcterms:W3CDTF">2026-01-21T17:45:16Z</dcterms:created>
  <dcterms:modified xsi:type="dcterms:W3CDTF">2026-02-10T20:12:16Z</dcterms:modified>
</cp:coreProperties>
</file>