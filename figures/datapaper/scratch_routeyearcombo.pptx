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-2538" y="-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13BEF-EAC5-D20C-55DC-26BE1128D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DC524-CB79-8F6B-DA0A-BC82DFCE7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BEDB1-950A-58C5-5059-5DD2B243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13B05-6E10-3167-F0DE-2C476AD61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7293C-8621-6C71-4A88-C5406F6E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3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27B2-AAAA-284E-9AB9-DF84C2EE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3AC6-1039-AF38-840D-AC02AA500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6DA43-0A34-3F40-9764-EAF6C3B65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40EA-094E-049B-0323-72170E6F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493CB-F1A2-4829-A815-8DEE778E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55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659F-BCDB-3551-D7A9-8F576F24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F4480-6F48-18C8-315D-61AA65798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648B4-574C-2199-34EF-54AEF962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A2C9F-1EB0-C871-1830-1A3473AB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90121-104E-620A-24C8-D2DE1AC9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4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7AE2-F038-DEEA-21E0-1C4256542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B443-B9D6-5A51-129B-F5E9708AF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247A5-DE91-E230-B782-ECE7A4EB5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F9294-C9A6-D330-3DFB-3692E078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E67D5-8E92-A79F-23AD-622FE6D7F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3C7E1-E2BB-76C6-426E-9358FFB36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5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BEAA-1DAC-71B7-DBDA-090FAC004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EC47B-8AB3-EB80-C464-8F0FE68E3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51603-891B-DF71-8F4E-CEF4C50EC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5D007-6ECD-89DA-5860-C095B82F9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D7F6F3-2CDB-D3A7-45C1-6127E583A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905A1-CA52-9E22-4F63-E3FE41A5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D543A3-742D-2200-A2F2-FEEB22C7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22B4A-8DF5-AF23-F6FD-D16D1F18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4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D245-B42A-3683-D48A-CED503EF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CB43C-791D-677A-60F7-E8819230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00049-813F-8839-4AC5-FCBA7911E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47741-DF04-A757-D350-A404A710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7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ED613-A198-461B-6C95-DDC56D91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6E752C-BE59-697A-0A6E-698A312E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C4091-CD0C-8D87-F7F9-7F4D2FF9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99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5327-8A07-39C2-7EEC-A7766732E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5F932-74EC-DCE0-A7CC-ED8655D55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C4541-7730-5989-526B-EB416493C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4DE96-82CD-D1F0-C20E-609CBD71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62CEF-8FDB-3525-667B-DB3EC6E8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F6ADC-AD93-3B20-A920-6202A312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2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3D9B-07E8-A646-4DB7-49BB9881B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6D37F-A298-74A6-7CD7-5413CD6E3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05A93-20C3-2D12-3C34-B6C809C67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343B3-0021-40A6-BEE0-5C8951E6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BCFAC-B279-4153-07C9-1A6BEDDD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0258D-B1B8-251A-A805-92D84F11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3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8B23-AA90-4ECC-88B6-7D9FBD62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0A886-AD50-6F0F-535C-3F8325B4F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0F446-0B53-E4F6-47CD-D70A7896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BB00F-B43F-0616-061D-1250D4A1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52C5A-D3FA-26E8-2C2E-5DBFB10A3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8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BD44E-A84D-70C1-6D80-7F4E548718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7B1C-367A-1C07-12CE-65BD8E3A4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FC851-5E46-3BB6-2171-45E0F4A2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0AA0-49EA-79C6-94A8-B9E5DC775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88438-840D-61D3-F87D-D9257C06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166B0-E7CB-1401-9905-9E705D0E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5EFE7-21A2-2A87-E88E-A0544EF83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22830-9445-373F-80F4-27F6A0B9E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AC27E-A09F-42ED-BD9F-2DE2B5FBE76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1F166-3933-68CA-0135-A5CA88788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C48AA-3EB1-8980-1428-5F70A83D6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7A696-40D0-4B7F-A414-DD64466CA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3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314B1-6978-E834-0BD2-2EE2E918B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b="4276"/>
          <a:stretch>
            <a:fillRect/>
          </a:stretch>
        </p:blipFill>
        <p:spPr>
          <a:xfrm>
            <a:off x="5268332" y="1374793"/>
            <a:ext cx="5029201" cy="4832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176FFE-3251-7EEC-2C21-A1EEBC50C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5" t="10862" r="68868" b="73289"/>
          <a:stretch>
            <a:fillRect/>
          </a:stretch>
        </p:blipFill>
        <p:spPr>
          <a:xfrm>
            <a:off x="4229100" y="1643743"/>
            <a:ext cx="10287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968413-F466-57FD-67F2-80B582572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b="4276"/>
          <a:stretch>
            <a:fillRect/>
          </a:stretch>
        </p:blipFill>
        <p:spPr>
          <a:xfrm>
            <a:off x="5268332" y="1374793"/>
            <a:ext cx="5029201" cy="4832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49CCF5-BA0C-63D1-22A2-8BD010389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82" y="1374793"/>
            <a:ext cx="5143500" cy="5048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4B2338-5A8C-5E76-7DF8-4F48845E0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5" t="10862" r="68868" b="73289"/>
          <a:stretch>
            <a:fillRect/>
          </a:stretch>
        </p:blipFill>
        <p:spPr>
          <a:xfrm>
            <a:off x="4229100" y="1643743"/>
            <a:ext cx="1028700" cy="800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3768FB-D202-05A6-0ECB-D6843DCED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7" t="10360" r="66395" b="76264"/>
          <a:stretch>
            <a:fillRect/>
          </a:stretch>
        </p:blipFill>
        <p:spPr>
          <a:xfrm>
            <a:off x="3996690" y="1643743"/>
            <a:ext cx="1214492" cy="6752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29D204-D917-5EF4-1505-98BF973977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5" t="9308" r="62679" b="67208"/>
          <a:stretch>
            <a:fillRect/>
          </a:stretch>
        </p:blipFill>
        <p:spPr>
          <a:xfrm>
            <a:off x="3832411" y="1643743"/>
            <a:ext cx="1459230" cy="1185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1243B8-0D05-68E8-6DF8-0F0D09B99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4" t="20538" r="83813" b="74996"/>
          <a:stretch>
            <a:fillRect/>
          </a:stretch>
        </p:blipFill>
        <p:spPr>
          <a:xfrm>
            <a:off x="3988739" y="2212841"/>
            <a:ext cx="232410" cy="22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0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633356F-20A3-E7FA-9622-9D02B4393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107" y="804496"/>
            <a:ext cx="7049484" cy="52490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B29AED-33F6-8862-CA08-D03D27E93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87" y="800100"/>
            <a:ext cx="7058025" cy="5257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66AA85-701F-DD92-AD55-D97127272ACD}"/>
              </a:ext>
            </a:extLst>
          </p:cNvPr>
          <p:cNvCxnSpPr>
            <a:cxnSpLocks/>
          </p:cNvCxnSpPr>
          <p:nvPr/>
        </p:nvCxnSpPr>
        <p:spPr>
          <a:xfrm>
            <a:off x="4314825" y="1162050"/>
            <a:ext cx="3543300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92EFB3-481B-1D0E-7F2E-B3B66810FA9E}"/>
              </a:ext>
            </a:extLst>
          </p:cNvPr>
          <p:cNvCxnSpPr>
            <a:cxnSpLocks/>
          </p:cNvCxnSpPr>
          <p:nvPr/>
        </p:nvCxnSpPr>
        <p:spPr>
          <a:xfrm>
            <a:off x="7858125" y="1162050"/>
            <a:ext cx="0" cy="4524375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E69D264-4C7E-1477-B520-9937B2A464A1}"/>
              </a:ext>
            </a:extLst>
          </p:cNvPr>
          <p:cNvSpPr/>
          <p:nvPr/>
        </p:nvSpPr>
        <p:spPr>
          <a:xfrm>
            <a:off x="3676650" y="5695950"/>
            <a:ext cx="628650" cy="371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82BB83-9B52-0FD7-F7E1-51BEAE90425F}"/>
              </a:ext>
            </a:extLst>
          </p:cNvPr>
          <p:cNvSpPr/>
          <p:nvPr/>
        </p:nvSpPr>
        <p:spPr>
          <a:xfrm>
            <a:off x="7877176" y="5662610"/>
            <a:ext cx="828673" cy="371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63921-21DD-0E79-DA5D-308D707FEE3B}"/>
              </a:ext>
            </a:extLst>
          </p:cNvPr>
          <p:cNvGrpSpPr/>
          <p:nvPr/>
        </p:nvGrpSpPr>
        <p:grpSpPr>
          <a:xfrm>
            <a:off x="3631468" y="714102"/>
            <a:ext cx="1629820" cy="719871"/>
            <a:chOff x="3762103" y="740229"/>
            <a:chExt cx="1629820" cy="71987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AC962B9-7C7E-1BE3-0C37-F176F3EDF0CE}"/>
                </a:ext>
              </a:extLst>
            </p:cNvPr>
            <p:cNvSpPr/>
            <p:nvPr/>
          </p:nvSpPr>
          <p:spPr>
            <a:xfrm>
              <a:off x="3781153" y="740229"/>
              <a:ext cx="1610770" cy="719871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D3B141D-936C-6554-C70B-EBE068EB5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765" t="30810" r="7541" b="37142"/>
            <a:stretch>
              <a:fillRect/>
            </a:stretch>
          </p:blipFill>
          <p:spPr>
            <a:xfrm>
              <a:off x="3762103" y="825137"/>
              <a:ext cx="1610771" cy="596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780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2C26-7CB2-B045-9366-03AD8A29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536DFB1-6EFC-94CE-A1DA-2B4A82383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733" y="804496"/>
            <a:ext cx="7049484" cy="524900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65E4FF-6AE7-0177-BB14-08FED947F920}"/>
              </a:ext>
            </a:extLst>
          </p:cNvPr>
          <p:cNvCxnSpPr>
            <a:cxnSpLocks/>
          </p:cNvCxnSpPr>
          <p:nvPr/>
        </p:nvCxnSpPr>
        <p:spPr>
          <a:xfrm>
            <a:off x="4314825" y="1162050"/>
            <a:ext cx="3543300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BBDA71-2BD3-1CC9-D20C-8BBC4EA0999F}"/>
              </a:ext>
            </a:extLst>
          </p:cNvPr>
          <p:cNvCxnSpPr>
            <a:cxnSpLocks/>
          </p:cNvCxnSpPr>
          <p:nvPr/>
        </p:nvCxnSpPr>
        <p:spPr>
          <a:xfrm>
            <a:off x="7858125" y="1162050"/>
            <a:ext cx="0" cy="4524375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FD0DED7-46B0-6BB5-EE69-200B4B0A8648}"/>
              </a:ext>
            </a:extLst>
          </p:cNvPr>
          <p:cNvSpPr/>
          <p:nvPr/>
        </p:nvSpPr>
        <p:spPr>
          <a:xfrm>
            <a:off x="3676650" y="5680048"/>
            <a:ext cx="628650" cy="371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7C9A0-E54C-A75E-C2B7-F96A0040C081}"/>
              </a:ext>
            </a:extLst>
          </p:cNvPr>
          <p:cNvSpPr/>
          <p:nvPr/>
        </p:nvSpPr>
        <p:spPr>
          <a:xfrm>
            <a:off x="7869225" y="5662610"/>
            <a:ext cx="828673" cy="371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56AF86-7B2B-26B5-1FCF-088DC1D34639}"/>
              </a:ext>
            </a:extLst>
          </p:cNvPr>
          <p:cNvGrpSpPr/>
          <p:nvPr/>
        </p:nvGrpSpPr>
        <p:grpSpPr>
          <a:xfrm>
            <a:off x="3631468" y="714102"/>
            <a:ext cx="1629820" cy="719871"/>
            <a:chOff x="3762103" y="740229"/>
            <a:chExt cx="1629820" cy="71987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94B056-B2B5-DD00-F0CE-E44F81808BAE}"/>
                </a:ext>
              </a:extLst>
            </p:cNvPr>
            <p:cNvSpPr/>
            <p:nvPr/>
          </p:nvSpPr>
          <p:spPr>
            <a:xfrm>
              <a:off x="3781153" y="740229"/>
              <a:ext cx="1610770" cy="719871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8AEF9B7-98AE-9F37-1FB9-ACFFD000A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765" t="30810" r="7541" b="37142"/>
            <a:stretch>
              <a:fillRect/>
            </a:stretch>
          </p:blipFill>
          <p:spPr>
            <a:xfrm>
              <a:off x="3762103" y="825137"/>
              <a:ext cx="1610771" cy="59610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26EB012-97C2-1DCC-9EA0-2BE3F113F0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5" t="21692" r="32165" b="22600"/>
          <a:stretch>
            <a:fillRect/>
          </a:stretch>
        </p:blipFill>
        <p:spPr>
          <a:xfrm>
            <a:off x="7858125" y="1088351"/>
            <a:ext cx="1580239" cy="183763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58E6F5-BA19-0FC9-B98A-043E4289976E}"/>
              </a:ext>
            </a:extLst>
          </p:cNvPr>
          <p:cNvCxnSpPr>
            <a:cxnSpLocks/>
          </p:cNvCxnSpPr>
          <p:nvPr/>
        </p:nvCxnSpPr>
        <p:spPr>
          <a:xfrm>
            <a:off x="7902545" y="1162050"/>
            <a:ext cx="0" cy="1729095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F2B8AD-4D31-3C3C-3EE0-ED65572532BE}"/>
              </a:ext>
            </a:extLst>
          </p:cNvPr>
          <p:cNvCxnSpPr>
            <a:cxnSpLocks/>
          </p:cNvCxnSpPr>
          <p:nvPr/>
        </p:nvCxnSpPr>
        <p:spPr>
          <a:xfrm>
            <a:off x="7903303" y="1154099"/>
            <a:ext cx="1484816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A8D37A0-1C75-0ECF-7A2B-DDAEF011A7BD}"/>
              </a:ext>
            </a:extLst>
          </p:cNvPr>
          <p:cNvCxnSpPr>
            <a:cxnSpLocks/>
          </p:cNvCxnSpPr>
          <p:nvPr/>
        </p:nvCxnSpPr>
        <p:spPr>
          <a:xfrm>
            <a:off x="7903303" y="2878835"/>
            <a:ext cx="1484816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038E21A0-BDA8-FCD7-39AE-69571ED058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41" t="42785" r="38264" b="43174"/>
          <a:stretch>
            <a:fillRect/>
          </a:stretch>
        </p:blipFill>
        <p:spPr>
          <a:xfrm>
            <a:off x="7877176" y="2850960"/>
            <a:ext cx="1101360" cy="48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2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Goulden, Ivara </dc:creator>
  <cp:lastModifiedBy>Goulden, Ivara </cp:lastModifiedBy>
  <cp:revision>12</cp:revision>
  <dcterms:created xsi:type="dcterms:W3CDTF">2026-01-21T17:45:16Z</dcterms:created>
  <dcterms:modified xsi:type="dcterms:W3CDTF">2026-06-04T18:27:59Z</dcterms:modified>
</cp:coreProperties>
</file>